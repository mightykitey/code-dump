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57" r:id="rId6"/>
    <p:sldId id="258" r:id="rId7"/>
    <p:sldId id="266" r:id="rId8"/>
    <p:sldId id="259" r:id="rId9"/>
    <p:sldId id="263" r:id="rId10"/>
    <p:sldId id="260" r:id="rId11"/>
    <p:sldId id="261" r:id="rId12"/>
    <p:sldId id="262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14E1AB-1382-B1C9-FDCD-922EFB6EE8D4}" v="882" dt="2025-09-15T09:49:55.0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m Watkin" userId="S::adam.watkin@utcleeds.co.uk::367a0140-5d2d-41f2-baad-61c34010bc9d" providerId="AD" clId="Web-{F914E1AB-1382-B1C9-FDCD-922EFB6EE8D4}"/>
    <pc:docChg chg="mod addSld modSld addMainMaster delMainMaster">
      <pc:chgData name="Adam Watkin" userId="S::adam.watkin@utcleeds.co.uk::367a0140-5d2d-41f2-baad-61c34010bc9d" providerId="AD" clId="Web-{F914E1AB-1382-B1C9-FDCD-922EFB6EE8D4}" dt="2025-09-15T09:49:53.771" v="860" actId="20577"/>
      <pc:docMkLst>
        <pc:docMk/>
      </pc:docMkLst>
      <pc:sldChg chg="modSp mod modClrScheme chgLayout">
        <pc:chgData name="Adam Watkin" userId="S::adam.watkin@utcleeds.co.uk::367a0140-5d2d-41f2-baad-61c34010bc9d" providerId="AD" clId="Web-{F914E1AB-1382-B1C9-FDCD-922EFB6EE8D4}" dt="2025-09-15T09:14:06.578" v="77"/>
        <pc:sldMkLst>
          <pc:docMk/>
          <pc:sldMk cId="109857222" sldId="256"/>
        </pc:sldMkLst>
        <pc:spChg chg="mod ord">
          <ac:chgData name="Adam Watkin" userId="S::adam.watkin@utcleeds.co.uk::367a0140-5d2d-41f2-baad-61c34010bc9d" providerId="AD" clId="Web-{F914E1AB-1382-B1C9-FDCD-922EFB6EE8D4}" dt="2025-09-15T09:14:06.578" v="77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Adam Watkin" userId="S::adam.watkin@utcleeds.co.uk::367a0140-5d2d-41f2-baad-61c34010bc9d" providerId="AD" clId="Web-{F914E1AB-1382-B1C9-FDCD-922EFB6EE8D4}" dt="2025-09-15T09:14:06.578" v="77"/>
          <ac:spMkLst>
            <pc:docMk/>
            <pc:sldMk cId="109857222" sldId="256"/>
            <ac:spMk id="3" creationId="{00000000-0000-0000-0000-000000000000}"/>
          </ac:spMkLst>
        </pc:spChg>
      </pc:sldChg>
      <pc:sldChg chg="modSp new">
        <pc:chgData name="Adam Watkin" userId="S::adam.watkin@utcleeds.co.uk::367a0140-5d2d-41f2-baad-61c34010bc9d" providerId="AD" clId="Web-{F914E1AB-1382-B1C9-FDCD-922EFB6EE8D4}" dt="2025-09-15T09:17:48.547" v="130" actId="20577"/>
        <pc:sldMkLst>
          <pc:docMk/>
          <pc:sldMk cId="298271030" sldId="257"/>
        </pc:sldMkLst>
        <pc:spChg chg="mod">
          <ac:chgData name="Adam Watkin" userId="S::adam.watkin@utcleeds.co.uk::367a0140-5d2d-41f2-baad-61c34010bc9d" providerId="AD" clId="Web-{F914E1AB-1382-B1C9-FDCD-922EFB6EE8D4}" dt="2025-09-15T09:17:23.079" v="89" actId="20577"/>
          <ac:spMkLst>
            <pc:docMk/>
            <pc:sldMk cId="298271030" sldId="257"/>
            <ac:spMk id="2" creationId="{F70B4FF5-A284-FDED-D33B-A0D598600BED}"/>
          </ac:spMkLst>
        </pc:spChg>
        <pc:spChg chg="mod">
          <ac:chgData name="Adam Watkin" userId="S::adam.watkin@utcleeds.co.uk::367a0140-5d2d-41f2-baad-61c34010bc9d" providerId="AD" clId="Web-{F914E1AB-1382-B1C9-FDCD-922EFB6EE8D4}" dt="2025-09-15T09:17:48.547" v="130" actId="20577"/>
          <ac:spMkLst>
            <pc:docMk/>
            <pc:sldMk cId="298271030" sldId="257"/>
            <ac:spMk id="3" creationId="{D5A87355-D172-1323-CC8C-83E8D97D1F25}"/>
          </ac:spMkLst>
        </pc:spChg>
      </pc:sldChg>
      <pc:sldChg chg="modSp new">
        <pc:chgData name="Adam Watkin" userId="S::adam.watkin@utcleeds.co.uk::367a0140-5d2d-41f2-baad-61c34010bc9d" providerId="AD" clId="Web-{F914E1AB-1382-B1C9-FDCD-922EFB6EE8D4}" dt="2025-09-15T09:20:05.328" v="201" actId="20577"/>
        <pc:sldMkLst>
          <pc:docMk/>
          <pc:sldMk cId="4170729863" sldId="258"/>
        </pc:sldMkLst>
        <pc:spChg chg="mod">
          <ac:chgData name="Adam Watkin" userId="S::adam.watkin@utcleeds.co.uk::367a0140-5d2d-41f2-baad-61c34010bc9d" providerId="AD" clId="Web-{F914E1AB-1382-B1C9-FDCD-922EFB6EE8D4}" dt="2025-09-15T09:17:52.500" v="133" actId="20577"/>
          <ac:spMkLst>
            <pc:docMk/>
            <pc:sldMk cId="4170729863" sldId="258"/>
            <ac:spMk id="2" creationId="{BD237F6E-1065-DF1F-B6D1-8DB8D0ECEFC2}"/>
          </ac:spMkLst>
        </pc:spChg>
        <pc:spChg chg="mod">
          <ac:chgData name="Adam Watkin" userId="S::adam.watkin@utcleeds.co.uk::367a0140-5d2d-41f2-baad-61c34010bc9d" providerId="AD" clId="Web-{F914E1AB-1382-B1C9-FDCD-922EFB6EE8D4}" dt="2025-09-15T09:20:05.328" v="201" actId="20577"/>
          <ac:spMkLst>
            <pc:docMk/>
            <pc:sldMk cId="4170729863" sldId="258"/>
            <ac:spMk id="3" creationId="{3AB7BE7F-C2F6-1C18-54EF-291D47E1E5A1}"/>
          </ac:spMkLst>
        </pc:spChg>
      </pc:sldChg>
      <pc:sldChg chg="modSp new">
        <pc:chgData name="Adam Watkin" userId="S::adam.watkin@utcleeds.co.uk::367a0140-5d2d-41f2-baad-61c34010bc9d" providerId="AD" clId="Web-{F914E1AB-1382-B1C9-FDCD-922EFB6EE8D4}" dt="2025-09-15T09:21:00.112" v="280" actId="20577"/>
        <pc:sldMkLst>
          <pc:docMk/>
          <pc:sldMk cId="2390298594" sldId="259"/>
        </pc:sldMkLst>
        <pc:spChg chg="mod">
          <ac:chgData name="Adam Watkin" userId="S::adam.watkin@utcleeds.co.uk::367a0140-5d2d-41f2-baad-61c34010bc9d" providerId="AD" clId="Web-{F914E1AB-1382-B1C9-FDCD-922EFB6EE8D4}" dt="2025-09-15T09:20:17.829" v="216" actId="20577"/>
          <ac:spMkLst>
            <pc:docMk/>
            <pc:sldMk cId="2390298594" sldId="259"/>
            <ac:spMk id="2" creationId="{1F0DE475-CCD5-23C5-39C3-7AF216967142}"/>
          </ac:spMkLst>
        </pc:spChg>
        <pc:spChg chg="mod">
          <ac:chgData name="Adam Watkin" userId="S::adam.watkin@utcleeds.co.uk::367a0140-5d2d-41f2-baad-61c34010bc9d" providerId="AD" clId="Web-{F914E1AB-1382-B1C9-FDCD-922EFB6EE8D4}" dt="2025-09-15T09:21:00.112" v="280" actId="20577"/>
          <ac:spMkLst>
            <pc:docMk/>
            <pc:sldMk cId="2390298594" sldId="259"/>
            <ac:spMk id="3" creationId="{A6AC1544-31B7-CD17-3D4D-FDECD68F804F}"/>
          </ac:spMkLst>
        </pc:spChg>
      </pc:sldChg>
      <pc:sldChg chg="modSp new">
        <pc:chgData name="Adam Watkin" userId="S::adam.watkin@utcleeds.co.uk::367a0140-5d2d-41f2-baad-61c34010bc9d" providerId="AD" clId="Web-{F914E1AB-1382-B1C9-FDCD-922EFB6EE8D4}" dt="2025-09-15T09:31:27.205" v="403" actId="20577"/>
        <pc:sldMkLst>
          <pc:docMk/>
          <pc:sldMk cId="3331157657" sldId="260"/>
        </pc:sldMkLst>
        <pc:spChg chg="mod">
          <ac:chgData name="Adam Watkin" userId="S::adam.watkin@utcleeds.co.uk::367a0140-5d2d-41f2-baad-61c34010bc9d" providerId="AD" clId="Web-{F914E1AB-1382-B1C9-FDCD-922EFB6EE8D4}" dt="2025-09-15T09:21:08.519" v="293" actId="20577"/>
          <ac:spMkLst>
            <pc:docMk/>
            <pc:sldMk cId="3331157657" sldId="260"/>
            <ac:spMk id="2" creationId="{7C362D32-D007-E806-FA5E-0CE51EA6596E}"/>
          </ac:spMkLst>
        </pc:spChg>
        <pc:spChg chg="mod">
          <ac:chgData name="Adam Watkin" userId="S::adam.watkin@utcleeds.co.uk::367a0140-5d2d-41f2-baad-61c34010bc9d" providerId="AD" clId="Web-{F914E1AB-1382-B1C9-FDCD-922EFB6EE8D4}" dt="2025-09-15T09:31:27.205" v="403" actId="20577"/>
          <ac:spMkLst>
            <pc:docMk/>
            <pc:sldMk cId="3331157657" sldId="260"/>
            <ac:spMk id="3" creationId="{75472DB3-C65F-C7BF-B0DE-19BBC1C75410}"/>
          </ac:spMkLst>
        </pc:spChg>
      </pc:sldChg>
      <pc:sldChg chg="addSp delSp modSp new">
        <pc:chgData name="Adam Watkin" userId="S::adam.watkin@utcleeds.co.uk::367a0140-5d2d-41f2-baad-61c34010bc9d" providerId="AD" clId="Web-{F914E1AB-1382-B1C9-FDCD-922EFB6EE8D4}" dt="2025-09-15T09:37:41.993" v="458" actId="20577"/>
        <pc:sldMkLst>
          <pc:docMk/>
          <pc:sldMk cId="1418095171" sldId="261"/>
        </pc:sldMkLst>
        <pc:spChg chg="mod">
          <ac:chgData name="Adam Watkin" userId="S::adam.watkin@utcleeds.co.uk::367a0140-5d2d-41f2-baad-61c34010bc9d" providerId="AD" clId="Web-{F914E1AB-1382-B1C9-FDCD-922EFB6EE8D4}" dt="2025-09-15T09:37:41.993" v="458" actId="20577"/>
          <ac:spMkLst>
            <pc:docMk/>
            <pc:sldMk cId="1418095171" sldId="261"/>
            <ac:spMk id="2" creationId="{80675A31-8EF4-93C0-0118-838C189000EA}"/>
          </ac:spMkLst>
        </pc:spChg>
        <pc:spChg chg="del">
          <ac:chgData name="Adam Watkin" userId="S::adam.watkin@utcleeds.co.uk::367a0140-5d2d-41f2-baad-61c34010bc9d" providerId="AD" clId="Web-{F914E1AB-1382-B1C9-FDCD-922EFB6EE8D4}" dt="2025-09-15T09:32:40.362" v="423"/>
          <ac:spMkLst>
            <pc:docMk/>
            <pc:sldMk cId="1418095171" sldId="261"/>
            <ac:spMk id="3" creationId="{A3899BBE-E342-E391-FAF1-D5C43C78C2DD}"/>
          </ac:spMkLst>
        </pc:spChg>
        <pc:picChg chg="add mod ord">
          <ac:chgData name="Adam Watkin" userId="S::adam.watkin@utcleeds.co.uk::367a0140-5d2d-41f2-baad-61c34010bc9d" providerId="AD" clId="Web-{F914E1AB-1382-B1C9-FDCD-922EFB6EE8D4}" dt="2025-09-15T09:32:45.706" v="426" actId="1076"/>
          <ac:picMkLst>
            <pc:docMk/>
            <pc:sldMk cId="1418095171" sldId="261"/>
            <ac:picMk id="4" creationId="{665E53AC-06F7-437B-2602-92AD3C233403}"/>
          </ac:picMkLst>
        </pc:picChg>
      </pc:sldChg>
      <pc:sldChg chg="addSp delSp modSp new">
        <pc:chgData name="Adam Watkin" userId="S::adam.watkin@utcleeds.co.uk::367a0140-5d2d-41f2-baad-61c34010bc9d" providerId="AD" clId="Web-{F914E1AB-1382-B1C9-FDCD-922EFB6EE8D4}" dt="2025-09-15T09:38:15.370" v="478" actId="1076"/>
        <pc:sldMkLst>
          <pc:docMk/>
          <pc:sldMk cId="184485689" sldId="262"/>
        </pc:sldMkLst>
        <pc:spChg chg="mod">
          <ac:chgData name="Adam Watkin" userId="S::adam.watkin@utcleeds.co.uk::367a0140-5d2d-41f2-baad-61c34010bc9d" providerId="AD" clId="Web-{F914E1AB-1382-B1C9-FDCD-922EFB6EE8D4}" dt="2025-09-15T09:38:06.479" v="474" actId="20577"/>
          <ac:spMkLst>
            <pc:docMk/>
            <pc:sldMk cId="184485689" sldId="262"/>
            <ac:spMk id="2" creationId="{E909002E-590F-F8B2-0112-D66D3FA0651C}"/>
          </ac:spMkLst>
        </pc:spChg>
        <pc:spChg chg="del">
          <ac:chgData name="Adam Watkin" userId="S::adam.watkin@utcleeds.co.uk::367a0140-5d2d-41f2-baad-61c34010bc9d" providerId="AD" clId="Web-{F914E1AB-1382-B1C9-FDCD-922EFB6EE8D4}" dt="2025-09-15T09:38:07.729" v="475"/>
          <ac:spMkLst>
            <pc:docMk/>
            <pc:sldMk cId="184485689" sldId="262"/>
            <ac:spMk id="3" creationId="{D5359796-DBB8-DFAD-C1AF-EE90037038CC}"/>
          </ac:spMkLst>
        </pc:spChg>
        <pc:picChg chg="add mod ord">
          <ac:chgData name="Adam Watkin" userId="S::adam.watkin@utcleeds.co.uk::367a0140-5d2d-41f2-baad-61c34010bc9d" providerId="AD" clId="Web-{F914E1AB-1382-B1C9-FDCD-922EFB6EE8D4}" dt="2025-09-15T09:38:15.370" v="478" actId="1076"/>
          <ac:picMkLst>
            <pc:docMk/>
            <pc:sldMk cId="184485689" sldId="262"/>
            <ac:picMk id="4" creationId="{482EC7A4-91DC-18CA-23AE-DE5AAAF2C207}"/>
          </ac:picMkLst>
        </pc:picChg>
      </pc:sldChg>
      <pc:sldChg chg="modSp new">
        <pc:chgData name="Adam Watkin" userId="S::adam.watkin@utcleeds.co.uk::367a0140-5d2d-41f2-baad-61c34010bc9d" providerId="AD" clId="Web-{F914E1AB-1382-B1C9-FDCD-922EFB6EE8D4}" dt="2025-09-15T09:47:37.935" v="654" actId="20577"/>
        <pc:sldMkLst>
          <pc:docMk/>
          <pc:sldMk cId="3745833483" sldId="263"/>
        </pc:sldMkLst>
        <pc:spChg chg="mod">
          <ac:chgData name="Adam Watkin" userId="S::adam.watkin@utcleeds.co.uk::367a0140-5d2d-41f2-baad-61c34010bc9d" providerId="AD" clId="Web-{F914E1AB-1382-B1C9-FDCD-922EFB6EE8D4}" dt="2025-09-15T09:46:47.898" v="491" actId="20577"/>
          <ac:spMkLst>
            <pc:docMk/>
            <pc:sldMk cId="3745833483" sldId="263"/>
            <ac:spMk id="2" creationId="{E14B961D-1D7B-A058-BEDD-9141AF41A162}"/>
          </ac:spMkLst>
        </pc:spChg>
        <pc:spChg chg="mod">
          <ac:chgData name="Adam Watkin" userId="S::adam.watkin@utcleeds.co.uk::367a0140-5d2d-41f2-baad-61c34010bc9d" providerId="AD" clId="Web-{F914E1AB-1382-B1C9-FDCD-922EFB6EE8D4}" dt="2025-09-15T09:47:37.935" v="654" actId="20577"/>
          <ac:spMkLst>
            <pc:docMk/>
            <pc:sldMk cId="3745833483" sldId="263"/>
            <ac:spMk id="3" creationId="{1BC1309B-486C-9868-DD51-42DE76D163A0}"/>
          </ac:spMkLst>
        </pc:spChg>
      </pc:sldChg>
      <pc:sldChg chg="modSp new">
        <pc:chgData name="Adam Watkin" userId="S::adam.watkin@utcleeds.co.uk::367a0140-5d2d-41f2-baad-61c34010bc9d" providerId="AD" clId="Web-{F914E1AB-1382-B1C9-FDCD-922EFB6EE8D4}" dt="2025-09-15T09:49:01.409" v="731" actId="20577"/>
        <pc:sldMkLst>
          <pc:docMk/>
          <pc:sldMk cId="170019137" sldId="264"/>
        </pc:sldMkLst>
        <pc:spChg chg="mod">
          <ac:chgData name="Adam Watkin" userId="S::adam.watkin@utcleeds.co.uk::367a0140-5d2d-41f2-baad-61c34010bc9d" providerId="AD" clId="Web-{F914E1AB-1382-B1C9-FDCD-922EFB6EE8D4}" dt="2025-09-15T09:47:51.077" v="690" actId="20577"/>
          <ac:spMkLst>
            <pc:docMk/>
            <pc:sldMk cId="170019137" sldId="264"/>
            <ac:spMk id="2" creationId="{6DD45F1E-6AF5-6564-B916-7546EAB4B1F7}"/>
          </ac:spMkLst>
        </pc:spChg>
        <pc:spChg chg="mod">
          <ac:chgData name="Adam Watkin" userId="S::adam.watkin@utcleeds.co.uk::367a0140-5d2d-41f2-baad-61c34010bc9d" providerId="AD" clId="Web-{F914E1AB-1382-B1C9-FDCD-922EFB6EE8D4}" dt="2025-09-15T09:49:01.409" v="731" actId="20577"/>
          <ac:spMkLst>
            <pc:docMk/>
            <pc:sldMk cId="170019137" sldId="264"/>
            <ac:spMk id="3" creationId="{A50009B6-E91F-86C1-C342-4FAF0885F716}"/>
          </ac:spMkLst>
        </pc:spChg>
      </pc:sldChg>
      <pc:sldChg chg="modSp new">
        <pc:chgData name="Adam Watkin" userId="S::adam.watkin@utcleeds.co.uk::367a0140-5d2d-41f2-baad-61c34010bc9d" providerId="AD" clId="Web-{F914E1AB-1382-B1C9-FDCD-922EFB6EE8D4}" dt="2025-09-15T09:49:29.067" v="819" actId="20577"/>
        <pc:sldMkLst>
          <pc:docMk/>
          <pc:sldMk cId="1676181341" sldId="265"/>
        </pc:sldMkLst>
        <pc:spChg chg="mod">
          <ac:chgData name="Adam Watkin" userId="S::adam.watkin@utcleeds.co.uk::367a0140-5d2d-41f2-baad-61c34010bc9d" providerId="AD" clId="Web-{F914E1AB-1382-B1C9-FDCD-922EFB6EE8D4}" dt="2025-09-15T09:49:05.675" v="734" actId="20577"/>
          <ac:spMkLst>
            <pc:docMk/>
            <pc:sldMk cId="1676181341" sldId="265"/>
            <ac:spMk id="2" creationId="{41A6F499-5D26-FE68-88C2-2838448D4F3F}"/>
          </ac:spMkLst>
        </pc:spChg>
        <pc:spChg chg="mod">
          <ac:chgData name="Adam Watkin" userId="S::adam.watkin@utcleeds.co.uk::367a0140-5d2d-41f2-baad-61c34010bc9d" providerId="AD" clId="Web-{F914E1AB-1382-B1C9-FDCD-922EFB6EE8D4}" dt="2025-09-15T09:49:29.067" v="819" actId="20577"/>
          <ac:spMkLst>
            <pc:docMk/>
            <pc:sldMk cId="1676181341" sldId="265"/>
            <ac:spMk id="3" creationId="{041ABE19-7E7A-83B8-AFB6-796CE3E343E6}"/>
          </ac:spMkLst>
        </pc:spChg>
      </pc:sldChg>
      <pc:sldChg chg="modSp new">
        <pc:chgData name="Adam Watkin" userId="S::adam.watkin@utcleeds.co.uk::367a0140-5d2d-41f2-baad-61c34010bc9d" providerId="AD" clId="Web-{F914E1AB-1382-B1C9-FDCD-922EFB6EE8D4}" dt="2025-09-15T09:49:53.771" v="860" actId="20577"/>
        <pc:sldMkLst>
          <pc:docMk/>
          <pc:sldMk cId="515519763" sldId="266"/>
        </pc:sldMkLst>
        <pc:spChg chg="mod">
          <ac:chgData name="Adam Watkin" userId="S::adam.watkin@utcleeds.co.uk::367a0140-5d2d-41f2-baad-61c34010bc9d" providerId="AD" clId="Web-{F914E1AB-1382-B1C9-FDCD-922EFB6EE8D4}" dt="2025-09-15T09:49:41.208" v="823" actId="20577"/>
          <ac:spMkLst>
            <pc:docMk/>
            <pc:sldMk cId="515519763" sldId="266"/>
            <ac:spMk id="2" creationId="{547356D2-8FF1-4420-87F5-583C431D8935}"/>
          </ac:spMkLst>
        </pc:spChg>
        <pc:spChg chg="mod">
          <ac:chgData name="Adam Watkin" userId="S::adam.watkin@utcleeds.co.uk::367a0140-5d2d-41f2-baad-61c34010bc9d" providerId="AD" clId="Web-{F914E1AB-1382-B1C9-FDCD-922EFB6EE8D4}" dt="2025-09-15T09:49:53.771" v="860" actId="20577"/>
          <ac:spMkLst>
            <pc:docMk/>
            <pc:sldMk cId="515519763" sldId="266"/>
            <ac:spMk id="3" creationId="{B2D5ABBF-78C5-4E64-B54D-897BF4C1B99C}"/>
          </ac:spMkLst>
        </pc:spChg>
      </pc:sldChg>
      <pc:sldMasterChg chg="del delSldLayout">
        <pc:chgData name="Adam Watkin" userId="S::adam.watkin@utcleeds.co.uk::367a0140-5d2d-41f2-baad-61c34010bc9d" providerId="AD" clId="Web-{F914E1AB-1382-B1C9-FDCD-922EFB6EE8D4}" dt="2025-09-15T09:14:06.578" v="77"/>
        <pc:sldMasterMkLst>
          <pc:docMk/>
          <pc:sldMasterMk cId="2460954070" sldId="2147483660"/>
        </pc:sldMasterMkLst>
        <pc:sldLayoutChg chg="del">
          <pc:chgData name="Adam Watkin" userId="S::adam.watkin@utcleeds.co.uk::367a0140-5d2d-41f2-baad-61c34010bc9d" providerId="AD" clId="Web-{F914E1AB-1382-B1C9-FDCD-922EFB6EE8D4}" dt="2025-09-15T09:14:06.578" v="77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Adam Watkin" userId="S::adam.watkin@utcleeds.co.uk::367a0140-5d2d-41f2-baad-61c34010bc9d" providerId="AD" clId="Web-{F914E1AB-1382-B1C9-FDCD-922EFB6EE8D4}" dt="2025-09-15T09:14:06.578" v="77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Adam Watkin" userId="S::adam.watkin@utcleeds.co.uk::367a0140-5d2d-41f2-baad-61c34010bc9d" providerId="AD" clId="Web-{F914E1AB-1382-B1C9-FDCD-922EFB6EE8D4}" dt="2025-09-15T09:14:06.578" v="77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Adam Watkin" userId="S::adam.watkin@utcleeds.co.uk::367a0140-5d2d-41f2-baad-61c34010bc9d" providerId="AD" clId="Web-{F914E1AB-1382-B1C9-FDCD-922EFB6EE8D4}" dt="2025-09-15T09:14:06.578" v="77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Adam Watkin" userId="S::adam.watkin@utcleeds.co.uk::367a0140-5d2d-41f2-baad-61c34010bc9d" providerId="AD" clId="Web-{F914E1AB-1382-B1C9-FDCD-922EFB6EE8D4}" dt="2025-09-15T09:14:06.578" v="77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Adam Watkin" userId="S::adam.watkin@utcleeds.co.uk::367a0140-5d2d-41f2-baad-61c34010bc9d" providerId="AD" clId="Web-{F914E1AB-1382-B1C9-FDCD-922EFB6EE8D4}" dt="2025-09-15T09:14:06.578" v="77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Adam Watkin" userId="S::adam.watkin@utcleeds.co.uk::367a0140-5d2d-41f2-baad-61c34010bc9d" providerId="AD" clId="Web-{F914E1AB-1382-B1C9-FDCD-922EFB6EE8D4}" dt="2025-09-15T09:14:06.578" v="77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Adam Watkin" userId="S::adam.watkin@utcleeds.co.uk::367a0140-5d2d-41f2-baad-61c34010bc9d" providerId="AD" clId="Web-{F914E1AB-1382-B1C9-FDCD-922EFB6EE8D4}" dt="2025-09-15T09:14:06.578" v="77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Adam Watkin" userId="S::adam.watkin@utcleeds.co.uk::367a0140-5d2d-41f2-baad-61c34010bc9d" providerId="AD" clId="Web-{F914E1AB-1382-B1C9-FDCD-922EFB6EE8D4}" dt="2025-09-15T09:14:06.578" v="77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Adam Watkin" userId="S::adam.watkin@utcleeds.co.uk::367a0140-5d2d-41f2-baad-61c34010bc9d" providerId="AD" clId="Web-{F914E1AB-1382-B1C9-FDCD-922EFB6EE8D4}" dt="2025-09-15T09:14:06.578" v="77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Adam Watkin" userId="S::adam.watkin@utcleeds.co.uk::367a0140-5d2d-41f2-baad-61c34010bc9d" providerId="AD" clId="Web-{F914E1AB-1382-B1C9-FDCD-922EFB6EE8D4}" dt="2025-09-15T09:14:06.578" v="77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addSldLayout modSldLayout">
        <pc:chgData name="Adam Watkin" userId="S::adam.watkin@utcleeds.co.uk::367a0140-5d2d-41f2-baad-61c34010bc9d" providerId="AD" clId="Web-{F914E1AB-1382-B1C9-FDCD-922EFB6EE8D4}" dt="2025-09-15T09:14:06.578" v="77"/>
        <pc:sldMasterMkLst>
          <pc:docMk/>
          <pc:sldMasterMk cId="3793861994" sldId="2147483672"/>
        </pc:sldMasterMkLst>
        <pc:sldLayoutChg chg="add mod replId">
          <pc:chgData name="Adam Watkin" userId="S::adam.watkin@utcleeds.co.uk::367a0140-5d2d-41f2-baad-61c34010bc9d" providerId="AD" clId="Web-{F914E1AB-1382-B1C9-FDCD-922EFB6EE8D4}" dt="2025-09-15T09:14:06.578" v="77"/>
          <pc:sldLayoutMkLst>
            <pc:docMk/>
            <pc:sldMasterMk cId="3793861994" sldId="2147483672"/>
            <pc:sldLayoutMk cId="2799440253" sldId="2147483673"/>
          </pc:sldLayoutMkLst>
        </pc:sldLayoutChg>
        <pc:sldLayoutChg chg="add mod replId">
          <pc:chgData name="Adam Watkin" userId="S::adam.watkin@utcleeds.co.uk::367a0140-5d2d-41f2-baad-61c34010bc9d" providerId="AD" clId="Web-{F914E1AB-1382-B1C9-FDCD-922EFB6EE8D4}" dt="2025-09-15T09:14:06.578" v="77"/>
          <pc:sldLayoutMkLst>
            <pc:docMk/>
            <pc:sldMasterMk cId="3793861994" sldId="2147483672"/>
            <pc:sldLayoutMk cId="3003560600" sldId="2147483674"/>
          </pc:sldLayoutMkLst>
        </pc:sldLayoutChg>
        <pc:sldLayoutChg chg="add mod replId">
          <pc:chgData name="Adam Watkin" userId="S::adam.watkin@utcleeds.co.uk::367a0140-5d2d-41f2-baad-61c34010bc9d" providerId="AD" clId="Web-{F914E1AB-1382-B1C9-FDCD-922EFB6EE8D4}" dt="2025-09-15T09:14:06.578" v="77"/>
          <pc:sldLayoutMkLst>
            <pc:docMk/>
            <pc:sldMasterMk cId="3793861994" sldId="2147483672"/>
            <pc:sldLayoutMk cId="293024070" sldId="2147483675"/>
          </pc:sldLayoutMkLst>
        </pc:sldLayoutChg>
        <pc:sldLayoutChg chg="add mod replId">
          <pc:chgData name="Adam Watkin" userId="S::adam.watkin@utcleeds.co.uk::367a0140-5d2d-41f2-baad-61c34010bc9d" providerId="AD" clId="Web-{F914E1AB-1382-B1C9-FDCD-922EFB6EE8D4}" dt="2025-09-15T09:14:06.578" v="77"/>
          <pc:sldLayoutMkLst>
            <pc:docMk/>
            <pc:sldMasterMk cId="3793861994" sldId="2147483672"/>
            <pc:sldLayoutMk cId="1675919988" sldId="2147483676"/>
          </pc:sldLayoutMkLst>
        </pc:sldLayoutChg>
        <pc:sldLayoutChg chg="add mod replId">
          <pc:chgData name="Adam Watkin" userId="S::adam.watkin@utcleeds.co.uk::367a0140-5d2d-41f2-baad-61c34010bc9d" providerId="AD" clId="Web-{F914E1AB-1382-B1C9-FDCD-922EFB6EE8D4}" dt="2025-09-15T09:14:06.578" v="77"/>
          <pc:sldLayoutMkLst>
            <pc:docMk/>
            <pc:sldMasterMk cId="3793861994" sldId="2147483672"/>
            <pc:sldLayoutMk cId="2934497144" sldId="2147483677"/>
          </pc:sldLayoutMkLst>
        </pc:sldLayoutChg>
        <pc:sldLayoutChg chg="add mod replId">
          <pc:chgData name="Adam Watkin" userId="S::adam.watkin@utcleeds.co.uk::367a0140-5d2d-41f2-baad-61c34010bc9d" providerId="AD" clId="Web-{F914E1AB-1382-B1C9-FDCD-922EFB6EE8D4}" dt="2025-09-15T09:14:06.578" v="77"/>
          <pc:sldLayoutMkLst>
            <pc:docMk/>
            <pc:sldMasterMk cId="3793861994" sldId="2147483672"/>
            <pc:sldLayoutMk cId="3924375060" sldId="2147483678"/>
          </pc:sldLayoutMkLst>
        </pc:sldLayoutChg>
        <pc:sldLayoutChg chg="add mod replId">
          <pc:chgData name="Adam Watkin" userId="S::adam.watkin@utcleeds.co.uk::367a0140-5d2d-41f2-baad-61c34010bc9d" providerId="AD" clId="Web-{F914E1AB-1382-B1C9-FDCD-922EFB6EE8D4}" dt="2025-09-15T09:14:06.578" v="77"/>
          <pc:sldLayoutMkLst>
            <pc:docMk/>
            <pc:sldMasterMk cId="3793861994" sldId="2147483672"/>
            <pc:sldLayoutMk cId="4248865220" sldId="2147483679"/>
          </pc:sldLayoutMkLst>
        </pc:sldLayoutChg>
        <pc:sldLayoutChg chg="add mod replId">
          <pc:chgData name="Adam Watkin" userId="S::adam.watkin@utcleeds.co.uk::367a0140-5d2d-41f2-baad-61c34010bc9d" providerId="AD" clId="Web-{F914E1AB-1382-B1C9-FDCD-922EFB6EE8D4}" dt="2025-09-15T09:14:06.578" v="77"/>
          <pc:sldLayoutMkLst>
            <pc:docMk/>
            <pc:sldMasterMk cId="3793861994" sldId="2147483672"/>
            <pc:sldLayoutMk cId="1550465298" sldId="2147483680"/>
          </pc:sldLayoutMkLst>
        </pc:sldLayoutChg>
        <pc:sldLayoutChg chg="add mod replId">
          <pc:chgData name="Adam Watkin" userId="S::adam.watkin@utcleeds.co.uk::367a0140-5d2d-41f2-baad-61c34010bc9d" providerId="AD" clId="Web-{F914E1AB-1382-B1C9-FDCD-922EFB6EE8D4}" dt="2025-09-15T09:14:06.578" v="77"/>
          <pc:sldLayoutMkLst>
            <pc:docMk/>
            <pc:sldMasterMk cId="3793861994" sldId="2147483672"/>
            <pc:sldLayoutMk cId="2196189642" sldId="2147483681"/>
          </pc:sldLayoutMkLst>
        </pc:sldLayoutChg>
        <pc:sldLayoutChg chg="add mod replId">
          <pc:chgData name="Adam Watkin" userId="S::adam.watkin@utcleeds.co.uk::367a0140-5d2d-41f2-baad-61c34010bc9d" providerId="AD" clId="Web-{F914E1AB-1382-B1C9-FDCD-922EFB6EE8D4}" dt="2025-09-15T09:14:06.578" v="77"/>
          <pc:sldLayoutMkLst>
            <pc:docMk/>
            <pc:sldMasterMk cId="3793861994" sldId="2147483672"/>
            <pc:sldLayoutMk cId="1064160006" sldId="2147483682"/>
          </pc:sldLayoutMkLst>
        </pc:sldLayoutChg>
        <pc:sldLayoutChg chg="add mod replId">
          <pc:chgData name="Adam Watkin" userId="S::adam.watkin@utcleeds.co.uk::367a0140-5d2d-41f2-baad-61c34010bc9d" providerId="AD" clId="Web-{F914E1AB-1382-B1C9-FDCD-922EFB6EE8D4}" dt="2025-09-15T09:14:06.578" v="77"/>
          <pc:sldLayoutMkLst>
            <pc:docMk/>
            <pc:sldMasterMk cId="3793861994" sldId="2147483672"/>
            <pc:sldLayoutMk cId="669436035" sldId="2147483683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9440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560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24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919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497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4375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865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465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189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160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436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8619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Templates and Nav bar the right way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The best / default way to build our nav bar and our websites in future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B4FF5-A284-FDED-D33B-A0D598600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"template" directory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87355-D172-1323-CC8C-83E8D97D1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Create a new directory "template"</a:t>
            </a:r>
          </a:p>
          <a:p>
            <a:endParaRPr lang="en-US" dirty="0"/>
          </a:p>
          <a:p>
            <a:r>
              <a:rPr lang="en-US" dirty="0"/>
              <a:t>Set up your default folders: </a:t>
            </a:r>
            <a:r>
              <a:rPr lang="en-US" dirty="0" err="1"/>
              <a:t>css</a:t>
            </a:r>
            <a:r>
              <a:rPr lang="en-US" dirty="0"/>
              <a:t>, assets, </a:t>
            </a:r>
            <a:r>
              <a:rPr lang="en-US" dirty="0" err="1"/>
              <a:t>css</a:t>
            </a:r>
            <a:r>
              <a:rPr lang="en-US" dirty="0"/>
              <a:t>. 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71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37F6E-1065-DF1F-B6D1-8DB8D0ECE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7BE7F-C2F6-1C18-54EF-291D47E1E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create "styles.css" in </a:t>
            </a:r>
            <a:r>
              <a:rPr lang="en-US" dirty="0" err="1"/>
              <a:t>css</a:t>
            </a:r>
          </a:p>
          <a:p>
            <a:endParaRPr lang="en-US" dirty="0"/>
          </a:p>
          <a:p>
            <a:r>
              <a:rPr lang="en-US" dirty="0"/>
              <a:t>Create "</a:t>
            </a:r>
            <a:r>
              <a:rPr lang="en-US" dirty="0" err="1"/>
              <a:t>nav.php</a:t>
            </a:r>
            <a:r>
              <a:rPr lang="en-US" dirty="0"/>
              <a:t>" in assets</a:t>
            </a:r>
          </a:p>
          <a:p>
            <a:endParaRPr lang="en-US" dirty="0"/>
          </a:p>
          <a:p>
            <a:r>
              <a:rPr lang="en-US" dirty="0"/>
              <a:t>Create "</a:t>
            </a:r>
            <a:r>
              <a:rPr lang="en-US" dirty="0" err="1"/>
              <a:t>topbar.php</a:t>
            </a:r>
            <a:r>
              <a:rPr lang="en-US" dirty="0"/>
              <a:t>" in assets</a:t>
            </a:r>
          </a:p>
          <a:p>
            <a:endParaRPr lang="en-US" dirty="0"/>
          </a:p>
          <a:p>
            <a:r>
              <a:rPr lang="en-US" dirty="0"/>
              <a:t>Create </a:t>
            </a:r>
            <a:r>
              <a:rPr lang="en-US" dirty="0" err="1"/>
              <a:t>index.php</a:t>
            </a:r>
          </a:p>
        </p:txBody>
      </p:sp>
    </p:spTree>
    <p:extLst>
      <p:ext uri="{BB962C8B-B14F-4D97-AF65-F5344CB8AC3E}">
        <p14:creationId xmlns:p14="http://schemas.microsoft.com/office/powerpoint/2010/main" val="4170729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356D2-8FF1-4420-87F5-583C431D8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Index.php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5ABBF-78C5-4E64-B54D-897BF4C1B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Copy over the basic stuff you need: </a:t>
            </a:r>
          </a:p>
        </p:txBody>
      </p:sp>
    </p:spTree>
    <p:extLst>
      <p:ext uri="{BB962C8B-B14F-4D97-AF65-F5344CB8AC3E}">
        <p14:creationId xmlns:p14="http://schemas.microsoft.com/office/powerpoint/2010/main" val="515519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DE475-CCD5-23C5-39C3-7AF216967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default file: </a:t>
            </a:r>
            <a:r>
              <a:rPr lang="en-US" dirty="0" err="1"/>
              <a:t>common.php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C1544-31B7-CD17-3D4D-FDECD68F8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Create "</a:t>
            </a:r>
            <a:r>
              <a:rPr lang="en-US" dirty="0" err="1"/>
              <a:t>common.php</a:t>
            </a:r>
            <a:r>
              <a:rPr lang="en-US" dirty="0"/>
              <a:t>" in assets</a:t>
            </a:r>
          </a:p>
          <a:p>
            <a:endParaRPr lang="en-US" dirty="0"/>
          </a:p>
          <a:p>
            <a:r>
              <a:rPr lang="en-US" dirty="0"/>
              <a:t>This is where a lot of our reusable code is going to go</a:t>
            </a:r>
          </a:p>
          <a:p>
            <a:endParaRPr lang="en-US" dirty="0"/>
          </a:p>
          <a:p>
            <a:r>
              <a:rPr lang="en-US" dirty="0"/>
              <a:t>Makes it reusable and a whole lot more maintainable. </a:t>
            </a:r>
          </a:p>
        </p:txBody>
      </p:sp>
    </p:spTree>
    <p:extLst>
      <p:ext uri="{BB962C8B-B14F-4D97-AF65-F5344CB8AC3E}">
        <p14:creationId xmlns:p14="http://schemas.microsoft.com/office/powerpoint/2010/main" val="2390298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B961D-1D7B-A058-BEDD-9141AF41A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 of old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1309B-486C-9868-DD51-42DE76D16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 taught you using a table, and this is sort of ok...</a:t>
            </a:r>
          </a:p>
          <a:p>
            <a:r>
              <a:rPr lang="en-US" dirty="0"/>
              <a:t>But its not standard </a:t>
            </a:r>
          </a:p>
          <a:p>
            <a:endParaRPr lang="en-US" dirty="0"/>
          </a:p>
          <a:p>
            <a:r>
              <a:rPr lang="en-US" dirty="0"/>
              <a:t>Using an unordered list (ul) is considered standard</a:t>
            </a:r>
          </a:p>
          <a:p>
            <a:endParaRPr lang="en-US" dirty="0"/>
          </a:p>
          <a:p>
            <a:r>
              <a:rPr lang="en-US" dirty="0"/>
              <a:t>Apply some styling and you have an effective nav bar. </a:t>
            </a:r>
          </a:p>
        </p:txBody>
      </p:sp>
    </p:spTree>
    <p:extLst>
      <p:ext uri="{BB962C8B-B14F-4D97-AF65-F5344CB8AC3E}">
        <p14:creationId xmlns:p14="http://schemas.microsoft.com/office/powerpoint/2010/main" val="3745833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62D32-D007-E806-FA5E-0CE51EA65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your nav bar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72DB3-C65F-C7BF-B0DE-19BBC1C75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We have been doing it the rudimentary way... </a:t>
            </a:r>
          </a:p>
          <a:p>
            <a:endParaRPr lang="en-US" dirty="0"/>
          </a:p>
          <a:p>
            <a:r>
              <a:rPr lang="en-US" dirty="0"/>
              <a:t>No we will learn it the proper way, as part of our template. </a:t>
            </a:r>
          </a:p>
          <a:p>
            <a:endParaRPr lang="en-US" dirty="0"/>
          </a:p>
          <a:p>
            <a:r>
              <a:rPr lang="en-US" dirty="0"/>
              <a:t>Open your </a:t>
            </a:r>
            <a:r>
              <a:rPr lang="en-US" dirty="0" err="1"/>
              <a:t>nav.php</a:t>
            </a:r>
            <a:r>
              <a:rPr lang="en-US" dirty="0"/>
              <a:t> to edit. </a:t>
            </a:r>
          </a:p>
          <a:p>
            <a:endParaRPr lang="en-US" dirty="0"/>
          </a:p>
          <a:p>
            <a:r>
              <a:rPr lang="en-US" dirty="0"/>
              <a:t>We are going to make a UL as this is the right way to do it. </a:t>
            </a:r>
          </a:p>
        </p:txBody>
      </p:sp>
    </p:spTree>
    <p:extLst>
      <p:ext uri="{BB962C8B-B14F-4D97-AF65-F5344CB8AC3E}">
        <p14:creationId xmlns:p14="http://schemas.microsoft.com/office/powerpoint/2010/main" val="3331157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75A31-8EF4-93C0-0118-838C18900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Nav.php</a:t>
            </a:r>
            <a:r>
              <a:rPr lang="en-US" dirty="0"/>
              <a:t> or whatever you call it</a:t>
            </a:r>
          </a:p>
        </p:txBody>
      </p:sp>
      <p:pic>
        <p:nvPicPr>
          <p:cNvPr id="4" name="Content Placeholder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65E53AC-06F7-437B-2602-92AD3C2334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6550" y="1491088"/>
            <a:ext cx="7329607" cy="5169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095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9002E-590F-F8B2-0112-D66D3FA06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Styles.css or what ever you call it</a:t>
            </a:r>
          </a:p>
        </p:txBody>
      </p:sp>
      <p:pic>
        <p:nvPicPr>
          <p:cNvPr id="4" name="Content Placeholder 3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482EC7A4-91DC-18CA-23AE-DE5AAAF2C2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4629" y="1695198"/>
            <a:ext cx="7452034" cy="4956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85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45F1E-6AF5-6564-B916-7546EAB4B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now on...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009B6-E91F-86C1-C342-4FAF0885F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 will only accept this style of nav bar going forward. 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019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6F499-5D26-FE68-88C2-2838448D4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ABE19-7E7A-83B8-AFB6-796CE3E34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Mini project 1</a:t>
            </a:r>
          </a:p>
          <a:p>
            <a:endParaRPr lang="en-US" dirty="0"/>
          </a:p>
          <a:p>
            <a:r>
              <a:rPr lang="en-US" dirty="0"/>
              <a:t>Mini project 2</a:t>
            </a:r>
          </a:p>
          <a:p>
            <a:endParaRPr lang="en-US" dirty="0"/>
          </a:p>
          <a:p>
            <a:r>
              <a:rPr lang="en-US" dirty="0"/>
              <a:t>Go and rework your nav bar to use the new system. </a:t>
            </a:r>
          </a:p>
        </p:txBody>
      </p:sp>
    </p:spTree>
    <p:extLst>
      <p:ext uri="{BB962C8B-B14F-4D97-AF65-F5344CB8AC3E}">
        <p14:creationId xmlns:p14="http://schemas.microsoft.com/office/powerpoint/2010/main" val="1676181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8AA2687650C7489F2FEF75993EAC27" ma:contentTypeVersion="15" ma:contentTypeDescription="Create a new document." ma:contentTypeScope="" ma:versionID="9bbc774d22934ba1f03737bccda322f0">
  <xsd:schema xmlns:xsd="http://www.w3.org/2001/XMLSchema" xmlns:xs="http://www.w3.org/2001/XMLSchema" xmlns:p="http://schemas.microsoft.com/office/2006/metadata/properties" xmlns:ns2="a04d4b19-f621-4c3c-bc2e-e56ad8b8266c" targetNamespace="http://schemas.microsoft.com/office/2006/metadata/properties" ma:root="true" ma:fieldsID="befb9d63c76dac9463b242c5b2faa9b0" ns2:_="">
    <xsd:import namespace="a04d4b19-f621-4c3c-bc2e-e56ad8b8266c"/>
    <xsd:element name="properties">
      <xsd:complexType>
        <xsd:sequence>
          <xsd:element name="documentManagement">
            <xsd:complexType>
              <xsd:all>
                <xsd:element ref="ns2:mcb57dbb60604ce6a1cb56bc7737ae97" minOccurs="0"/>
                <xsd:element ref="ns2:TaxCatchAll" minOccurs="0"/>
                <xsd:element ref="ns2:a90ffa40902743bb99d67678a74fff05" minOccurs="0"/>
                <xsd:element ref="ns2:b3f45adbdd2a47258628f32c9c148486" minOccurs="0"/>
                <xsd:element ref="ns2:nb57963f19db43999fe03d95719ba5d2" minOccurs="0"/>
                <xsd:element ref="ns2:PersonalIdentificationData" minOccurs="0"/>
                <xsd:element ref="ns2:KeyStage" minOccurs="0"/>
                <xsd:element ref="ns2:Year" minOccurs="0"/>
                <xsd:element ref="ns2:Lesson" minOccurs="0"/>
                <xsd:element ref="ns2:CustomTags" minOccurs="0"/>
                <xsd:element ref="ns2:CurriculumSubjec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4d4b19-f621-4c3c-bc2e-e56ad8b8266c" elementFormDefault="qualified">
    <xsd:import namespace="http://schemas.microsoft.com/office/2006/documentManagement/types"/>
    <xsd:import namespace="http://schemas.microsoft.com/office/infopath/2007/PartnerControls"/>
    <xsd:element name="mcb57dbb60604ce6a1cb56bc7737ae97" ma:index="9" nillable="true" ma:taxonomy="true" ma:internalName="mcb57dbb60604ce6a1cb56bc7737ae97" ma:taxonomyFieldName="Topic" ma:displayName="Topic" ma:fieldId="{6cb57dbb-6060-4ce6-a1cb-56bc7737ae97}" ma:sspId="d1e1aebe-9980-4bd8-bca9-3cd8b19c1a26" ma:termSetId="71e609f5-4776-43e8-8bfd-5da4a1b1d25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17978799-9331-4147-b6f4-65d46b2e75e0}" ma:internalName="TaxCatchAll" ma:showField="CatchAllData" ma:web="a04d4b19-f621-4c3c-bc2e-e56ad8b8266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a90ffa40902743bb99d67678a74fff05" ma:index="12" nillable="true" ma:taxonomy="true" ma:internalName="a90ffa40902743bb99d67678a74fff05" ma:taxonomyFieldName="Exam_x0020_Board" ma:displayName="Exam Board" ma:fieldId="{a90ffa40-9027-43bb-99d6-7678a74fff05}" ma:sspId="d1e1aebe-9980-4bd8-bca9-3cd8b19c1a26" ma:termSetId="e02c9b1f-1fde-4376-8025-8fa9567ac8b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b3f45adbdd2a47258628f32c9c148486" ma:index="14" nillable="true" ma:taxonomy="true" ma:internalName="b3f45adbdd2a47258628f32c9c148486" ma:taxonomyFieldName="Week" ma:displayName="Week" ma:fieldId="{b3f45adb-dd2a-4725-8628-f32c9c148486}" ma:sspId="d1e1aebe-9980-4bd8-bca9-3cd8b19c1a26" ma:termSetId="831d8c1a-a70e-4f31-aebe-526f4506a9a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nb57963f19db43999fe03d95719ba5d2" ma:index="16" nillable="true" ma:taxonomy="true" ma:internalName="nb57963f19db43999fe03d95719ba5d2" ma:taxonomyFieldName="Term" ma:displayName="Term" ma:fieldId="{7b57963f-19db-4399-9fe0-3d95719ba5d2}" ma:sspId="d1e1aebe-9980-4bd8-bca9-3cd8b19c1a26" ma:termSetId="9a8ac47f-3a28-4f5d-ac1e-a09b65b5560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PersonalIdentificationData" ma:index="17" nillable="true" ma:displayName="Personal Identification Data" ma:internalName="Personal_x0020_Identification_x0020_Data">
      <xsd:simpleType>
        <xsd:restriction base="dms:Choice">
          <xsd:enumeration value="No"/>
          <xsd:enumeration value="Yes"/>
        </xsd:restriction>
      </xsd:simpleType>
    </xsd:element>
    <xsd:element name="KeyStage" ma:index="18" nillable="true" ma:displayName="Key Stage" ma:internalName="Key_x0020_Stage">
      <xsd:simpleType>
        <xsd:restriction base="dms:Text"/>
      </xsd:simpleType>
    </xsd:element>
    <xsd:element name="Year" ma:index="19" nillable="true" ma:displayName="Year" ma:internalName="Year">
      <xsd:simpleType>
        <xsd:restriction base="dms:Text"/>
      </xsd:simpleType>
    </xsd:element>
    <xsd:element name="Lesson" ma:index="20" nillable="true" ma:displayName="Lesson" ma:internalName="Lesson">
      <xsd:simpleType>
        <xsd:restriction base="dms:Text"/>
      </xsd:simpleType>
    </xsd:element>
    <xsd:element name="CustomTags" ma:index="21" nillable="true" ma:displayName="Custom Tags" ma:internalName="Custom_x0020_Tags">
      <xsd:simpleType>
        <xsd:restriction base="dms:Text"/>
      </xsd:simpleType>
    </xsd:element>
    <xsd:element name="CurriculumSubject" ma:index="22" nillable="true" ma:displayName="Curriculum Subject" ma:default="T-level Digital" ma:internalName="Curriculum_x0020_Subject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urriculumSubject xmlns="a04d4b19-f621-4c3c-bc2e-e56ad8b8266c">T-level Digital</CurriculumSubject>
    <a90ffa40902743bb99d67678a74fff05 xmlns="a04d4b19-f621-4c3c-bc2e-e56ad8b8266c">
      <Terms xmlns="http://schemas.microsoft.com/office/infopath/2007/PartnerControls"/>
    </a90ffa40902743bb99d67678a74fff05>
    <nb57963f19db43999fe03d95719ba5d2 xmlns="a04d4b19-f621-4c3c-bc2e-e56ad8b8266c">
      <Terms xmlns="http://schemas.microsoft.com/office/infopath/2007/PartnerControls"/>
    </nb57963f19db43999fe03d95719ba5d2>
    <Year xmlns="a04d4b19-f621-4c3c-bc2e-e56ad8b8266c" xsi:nil="true"/>
    <KeyStage xmlns="a04d4b19-f621-4c3c-bc2e-e56ad8b8266c" xsi:nil="true"/>
    <PersonalIdentificationData xmlns="a04d4b19-f621-4c3c-bc2e-e56ad8b8266c" xsi:nil="true"/>
    <TaxCatchAll xmlns="a04d4b19-f621-4c3c-bc2e-e56ad8b8266c" xsi:nil="true"/>
    <Lesson xmlns="a04d4b19-f621-4c3c-bc2e-e56ad8b8266c" xsi:nil="true"/>
    <CustomTags xmlns="a04d4b19-f621-4c3c-bc2e-e56ad8b8266c" xsi:nil="true"/>
    <mcb57dbb60604ce6a1cb56bc7737ae97 xmlns="a04d4b19-f621-4c3c-bc2e-e56ad8b8266c">
      <Terms xmlns="http://schemas.microsoft.com/office/infopath/2007/PartnerControls"/>
    </mcb57dbb60604ce6a1cb56bc7737ae97>
    <b3f45adbdd2a47258628f32c9c148486 xmlns="a04d4b19-f621-4c3c-bc2e-e56ad8b8266c">
      <Terms xmlns="http://schemas.microsoft.com/office/infopath/2007/PartnerControls"/>
    </b3f45adbdd2a47258628f32c9c148486>
  </documentManagement>
</p:properties>
</file>

<file path=customXml/itemProps1.xml><?xml version="1.0" encoding="utf-8"?>
<ds:datastoreItem xmlns:ds="http://schemas.openxmlformats.org/officeDocument/2006/customXml" ds:itemID="{999F51FC-8067-412F-BFD5-2EB93C91F046}"/>
</file>

<file path=customXml/itemProps2.xml><?xml version="1.0" encoding="utf-8"?>
<ds:datastoreItem xmlns:ds="http://schemas.openxmlformats.org/officeDocument/2006/customXml" ds:itemID="{E47681D4-5590-4C0D-AE65-144889DBF16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687DEA7-7A2E-4F6C-B02E-C5373CA562A7}">
  <ds:schemaRefs>
    <ds:schemaRef ds:uri="http://schemas.microsoft.com/office/2006/metadata/properties"/>
    <ds:schemaRef ds:uri="http://schemas.microsoft.com/office/infopath/2007/PartnerControls"/>
    <ds:schemaRef ds:uri="a04d4b19-f621-4c3c-bc2e-e56ad8b8266c"/>
    <ds:schemaRef ds:uri="cd186e81-9251-4aad-9103-4c6d14f9fcf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Templates and Nav bar the right way</vt:lpstr>
      <vt:lpstr>"template" directory</vt:lpstr>
      <vt:lpstr>Default files</vt:lpstr>
      <vt:lpstr>Index.php</vt:lpstr>
      <vt:lpstr>New default file: common.php</vt:lpstr>
      <vt:lpstr>Nav of old</vt:lpstr>
      <vt:lpstr>Edit your nav bar</vt:lpstr>
      <vt:lpstr>Nav.php or whatever you call it</vt:lpstr>
      <vt:lpstr>Styles.css or what ever you call it</vt:lpstr>
      <vt:lpstr>From now on...</vt:lpstr>
      <vt:lpstr>Task: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77</cp:revision>
  <dcterms:created xsi:type="dcterms:W3CDTF">2025-09-15T09:09:49Z</dcterms:created>
  <dcterms:modified xsi:type="dcterms:W3CDTF">2025-09-15T09:50:01Z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0x010100228AA2687650C7489F2FEF75993EAC27</vt:lpwstr>
  </property>
  <property fmtid="{D5CDD505-2E9C-101B-9397-08002B2CF9AE}" pid="3" name="Staff_x0020_Category">
    <vt:lpwstr/>
  </property>
  <property fmtid="{D5CDD505-2E9C-101B-9397-08002B2CF9AE}" pid="4" name="Staff Category">
    <vt:lpwstr/>
  </property>
  <property fmtid="{D5CDD505-2E9C-101B-9397-08002B2CF9AE}" pid="5" name="Exam_x0020_Board">
    <vt:lpwstr/>
  </property>
  <property fmtid="{D5CDD505-2E9C-101B-9397-08002B2CF9AE}" pid="6" name="Topic">
    <vt:lpwstr/>
  </property>
  <property fmtid="{D5CDD505-2E9C-101B-9397-08002B2CF9AE}" pid="7" name="MediaServiceImageTags">
    <vt:lpwstr/>
  </property>
  <property fmtid="{D5CDD505-2E9C-101B-9397-08002B2CF9AE}" pid="8" name="Term">
    <vt:lpwstr/>
  </property>
  <property fmtid="{D5CDD505-2E9C-101B-9397-08002B2CF9AE}" pid="9" name="Week">
    <vt:lpwstr/>
  </property>
  <property fmtid="{D5CDD505-2E9C-101B-9397-08002B2CF9AE}" pid="10" name="Exam Board">
    <vt:lpwstr/>
  </property>
</Properties>
</file>