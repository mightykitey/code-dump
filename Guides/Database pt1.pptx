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7"/>
  </p:sldMasterIdLst>
  <p:sldIdLst>
    <p:sldId id="256" r:id="rId8"/>
    <p:sldId id="257" r:id="rId9"/>
    <p:sldId id="259" r:id="rId10"/>
    <p:sldId id="258" r:id="rId11"/>
    <p:sldId id="261" r:id="rId12"/>
    <p:sldId id="260" r:id="rId13"/>
    <p:sldId id="265" r:id="rId14"/>
    <p:sldId id="262" r:id="rId15"/>
    <p:sldId id="263" r:id="rId16"/>
    <p:sldId id="264" r:id="rId17"/>
    <p:sldId id="266" r:id="rId18"/>
    <p:sldId id="268" r:id="rId19"/>
    <p:sldId id="270" r:id="rId20"/>
    <p:sldId id="269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4FDC1-10B9-8607-29E0-9B98E2B23118}" v="113" dt="2025-09-22T12:12:20.234"/>
    <p1510:client id="{388C2AF6-75AD-4FB6-AF09-8C950AEB539F}" v="1120" dt="2025-09-22T11:23:03.365"/>
    <p1510:client id="{48262419-5C52-72DA-0F67-72349484A849}" v="414" dt="2025-09-22T10:17:13.211"/>
    <p1510:client id="{B04A056B-3D1F-0C2D-4207-30ED6FA2875A}" v="138" dt="2025-09-22T12:34:15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Watkin" userId="S::adam.watkin@utcleeds.co.uk::367a0140-5d2d-41f2-baad-61c34010bc9d" providerId="AD" clId="Web-{48262419-5C52-72DA-0F67-72349484A849}"/>
    <pc:docChg chg="mod addSld modSld addMainMaster delMainMaster">
      <pc:chgData name="Adam Watkin" userId="S::adam.watkin@utcleeds.co.uk::367a0140-5d2d-41f2-baad-61c34010bc9d" providerId="AD" clId="Web-{48262419-5C52-72DA-0F67-72349484A849}" dt="2025-09-22T10:17:13.211" v="405" actId="20577"/>
      <pc:docMkLst>
        <pc:docMk/>
      </pc:docMkLst>
      <pc:sldChg chg="modSp mod modClrScheme chgLayout">
        <pc:chgData name="Adam Watkin" userId="S::adam.watkin@utcleeds.co.uk::367a0140-5d2d-41f2-baad-61c34010bc9d" providerId="AD" clId="Web-{48262419-5C52-72DA-0F67-72349484A849}" dt="2025-09-22T08:48:41.288" v="16"/>
        <pc:sldMkLst>
          <pc:docMk/>
          <pc:sldMk cId="109857222" sldId="256"/>
        </pc:sldMkLst>
        <pc:spChg chg="mod ord">
          <ac:chgData name="Adam Watkin" userId="S::adam.watkin@utcleeds.co.uk::367a0140-5d2d-41f2-baad-61c34010bc9d" providerId="AD" clId="Web-{48262419-5C52-72DA-0F67-72349484A849}" dt="2025-09-22T08:48:41.288" v="1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dam Watkin" userId="S::adam.watkin@utcleeds.co.uk::367a0140-5d2d-41f2-baad-61c34010bc9d" providerId="AD" clId="Web-{48262419-5C52-72DA-0F67-72349484A849}" dt="2025-09-22T08:48:41.288" v="16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Adam Watkin" userId="S::adam.watkin@utcleeds.co.uk::367a0140-5d2d-41f2-baad-61c34010bc9d" providerId="AD" clId="Web-{48262419-5C52-72DA-0F67-72349484A849}" dt="2025-09-22T09:22:50.955" v="72" actId="20577"/>
        <pc:sldMkLst>
          <pc:docMk/>
          <pc:sldMk cId="1127539840" sldId="257"/>
        </pc:sldMkLst>
        <pc:spChg chg="mod ord">
          <ac:chgData name="Adam Watkin" userId="S::adam.watkin@utcleeds.co.uk::367a0140-5d2d-41f2-baad-61c34010bc9d" providerId="AD" clId="Web-{48262419-5C52-72DA-0F67-72349484A849}" dt="2025-09-22T09:21:07.530" v="19" actId="20577"/>
          <ac:spMkLst>
            <pc:docMk/>
            <pc:sldMk cId="1127539840" sldId="257"/>
            <ac:spMk id="2" creationId="{CEEEF000-3459-E953-4A5D-49F7188D80C8}"/>
          </ac:spMkLst>
        </pc:spChg>
        <pc:spChg chg="mod ord">
          <ac:chgData name="Adam Watkin" userId="S::adam.watkin@utcleeds.co.uk::367a0140-5d2d-41f2-baad-61c34010bc9d" providerId="AD" clId="Web-{48262419-5C52-72DA-0F67-72349484A849}" dt="2025-09-22T09:22:50.955" v="72" actId="20577"/>
          <ac:spMkLst>
            <pc:docMk/>
            <pc:sldMk cId="1127539840" sldId="257"/>
            <ac:spMk id="3" creationId="{1CF43F60-DF0B-27C6-735D-83736431AD2B}"/>
          </ac:spMkLst>
        </pc:spChg>
      </pc:sldChg>
      <pc:sldChg chg="modSp new">
        <pc:chgData name="Adam Watkin" userId="S::adam.watkin@utcleeds.co.uk::367a0140-5d2d-41f2-baad-61c34010bc9d" providerId="AD" clId="Web-{48262419-5C52-72DA-0F67-72349484A849}" dt="2025-09-22T09:47:49.077" v="217" actId="20577"/>
        <pc:sldMkLst>
          <pc:docMk/>
          <pc:sldMk cId="4087247066" sldId="258"/>
        </pc:sldMkLst>
        <pc:spChg chg="mod">
          <ac:chgData name="Adam Watkin" userId="S::adam.watkin@utcleeds.co.uk::367a0140-5d2d-41f2-baad-61c34010bc9d" providerId="AD" clId="Web-{48262419-5C52-72DA-0F67-72349484A849}" dt="2025-09-22T09:25:15.366" v="82" actId="20577"/>
          <ac:spMkLst>
            <pc:docMk/>
            <pc:sldMk cId="4087247066" sldId="258"/>
            <ac:spMk id="2" creationId="{FCAC8D72-2502-8F35-9634-6533BBDC5613}"/>
          </ac:spMkLst>
        </pc:spChg>
        <pc:spChg chg="mod">
          <ac:chgData name="Adam Watkin" userId="S::adam.watkin@utcleeds.co.uk::367a0140-5d2d-41f2-baad-61c34010bc9d" providerId="AD" clId="Web-{48262419-5C52-72DA-0F67-72349484A849}" dt="2025-09-22T09:47:49.077" v="217" actId="20577"/>
          <ac:spMkLst>
            <pc:docMk/>
            <pc:sldMk cId="4087247066" sldId="258"/>
            <ac:spMk id="3" creationId="{DF67A978-D478-7CC2-C2D4-8F42B64A29BB}"/>
          </ac:spMkLst>
        </pc:spChg>
      </pc:sldChg>
      <pc:sldChg chg="modSp new">
        <pc:chgData name="Adam Watkin" userId="S::adam.watkin@utcleeds.co.uk::367a0140-5d2d-41f2-baad-61c34010bc9d" providerId="AD" clId="Web-{48262419-5C52-72DA-0F67-72349484A849}" dt="2025-09-22T10:16:05.767" v="350" actId="20577"/>
        <pc:sldMkLst>
          <pc:docMk/>
          <pc:sldMk cId="236109693" sldId="259"/>
        </pc:sldMkLst>
        <pc:spChg chg="mod">
          <ac:chgData name="Adam Watkin" userId="S::adam.watkin@utcleeds.co.uk::367a0140-5d2d-41f2-baad-61c34010bc9d" providerId="AD" clId="Web-{48262419-5C52-72DA-0F67-72349484A849}" dt="2025-09-22T09:48:08.405" v="229" actId="20577"/>
          <ac:spMkLst>
            <pc:docMk/>
            <pc:sldMk cId="236109693" sldId="259"/>
            <ac:spMk id="2" creationId="{6C8FA01D-E0F3-9B38-9F7B-0A930617A8FE}"/>
          </ac:spMkLst>
        </pc:spChg>
        <pc:spChg chg="mod">
          <ac:chgData name="Adam Watkin" userId="S::adam.watkin@utcleeds.co.uk::367a0140-5d2d-41f2-baad-61c34010bc9d" providerId="AD" clId="Web-{48262419-5C52-72DA-0F67-72349484A849}" dt="2025-09-22T10:16:05.767" v="350" actId="20577"/>
          <ac:spMkLst>
            <pc:docMk/>
            <pc:sldMk cId="236109693" sldId="259"/>
            <ac:spMk id="3" creationId="{D7A70656-A489-E6E0-9D91-59D12B741D59}"/>
          </ac:spMkLst>
        </pc:spChg>
      </pc:sldChg>
      <pc:sldChg chg="modSp new">
        <pc:chgData name="Adam Watkin" userId="S::adam.watkin@utcleeds.co.uk::367a0140-5d2d-41f2-baad-61c34010bc9d" providerId="AD" clId="Web-{48262419-5C52-72DA-0F67-72349484A849}" dt="2025-09-22T10:17:13.211" v="405" actId="20577"/>
        <pc:sldMkLst>
          <pc:docMk/>
          <pc:sldMk cId="1232729438" sldId="260"/>
        </pc:sldMkLst>
        <pc:spChg chg="mod">
          <ac:chgData name="Adam Watkin" userId="S::adam.watkin@utcleeds.co.uk::367a0140-5d2d-41f2-baad-61c34010bc9d" providerId="AD" clId="Web-{48262419-5C52-72DA-0F67-72349484A849}" dt="2025-09-22T10:16:34.989" v="363" actId="20577"/>
          <ac:spMkLst>
            <pc:docMk/>
            <pc:sldMk cId="1232729438" sldId="260"/>
            <ac:spMk id="2" creationId="{B18282D7-8D9E-1F09-6A08-446B810ABCE6}"/>
          </ac:spMkLst>
        </pc:spChg>
        <pc:spChg chg="mod">
          <ac:chgData name="Adam Watkin" userId="S::adam.watkin@utcleeds.co.uk::367a0140-5d2d-41f2-baad-61c34010bc9d" providerId="AD" clId="Web-{48262419-5C52-72DA-0F67-72349484A849}" dt="2025-09-22T10:17:13.211" v="405" actId="20577"/>
          <ac:spMkLst>
            <pc:docMk/>
            <pc:sldMk cId="1232729438" sldId="260"/>
            <ac:spMk id="3" creationId="{FADD91C6-9892-A20C-FED7-41AD18AEE7B2}"/>
          </ac:spMkLst>
        </pc:spChg>
      </pc:sldChg>
      <pc:sldMasterChg chg="del delSldLayout">
        <pc:chgData name="Adam Watkin" userId="S::adam.watkin@utcleeds.co.uk::367a0140-5d2d-41f2-baad-61c34010bc9d" providerId="AD" clId="Web-{48262419-5C52-72DA-0F67-72349484A849}" dt="2025-09-22T08:48:41.288" v="16"/>
        <pc:sldMasterMkLst>
          <pc:docMk/>
          <pc:sldMasterMk cId="2460954070" sldId="2147483660"/>
        </pc:sldMasterMkLst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dam Watkin" userId="S::adam.watkin@utcleeds.co.uk::367a0140-5d2d-41f2-baad-61c34010bc9d" providerId="AD" clId="Web-{48262419-5C52-72DA-0F67-72349484A849}" dt="2025-09-22T08:48:41.288" v="16"/>
        <pc:sldMasterMkLst>
          <pc:docMk/>
          <pc:sldMasterMk cId="4000922846" sldId="2147483672"/>
        </pc:sldMasterMkLst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32283049" sldId="2147483673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2300851262" sldId="2147483674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3707462402" sldId="2147483675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2427543536" sldId="2147483676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2195119634" sldId="2147483677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1049878510" sldId="2147483678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1500257132" sldId="2147483679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1212835377" sldId="2147483680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3597396166" sldId="2147483681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594166072" sldId="2147483682"/>
          </pc:sldLayoutMkLst>
        </pc:sldLayoutChg>
        <pc:sldLayoutChg chg="add mod replId">
          <pc:chgData name="Adam Watkin" userId="S::adam.watkin@utcleeds.co.uk::367a0140-5d2d-41f2-baad-61c34010bc9d" providerId="AD" clId="Web-{48262419-5C52-72DA-0F67-72349484A849}" dt="2025-09-22T08:48:41.288" v="16"/>
          <pc:sldLayoutMkLst>
            <pc:docMk/>
            <pc:sldMasterMk cId="4000922846" sldId="2147483672"/>
            <pc:sldLayoutMk cId="3547434097" sldId="2147483683"/>
          </pc:sldLayoutMkLst>
        </pc:sldLayoutChg>
      </pc:sldMasterChg>
    </pc:docChg>
  </pc:docChgLst>
  <pc:docChgLst>
    <pc:chgData name="Adam Watkin" userId="S::adam.watkin@utcleeds.co.uk::367a0140-5d2d-41f2-baad-61c34010bc9d" providerId="AD" clId="Web-{388C2AF6-75AD-4FB6-AF09-8C950AEB539F}"/>
    <pc:docChg chg="addSld delSld modSld">
      <pc:chgData name="Adam Watkin" userId="S::adam.watkin@utcleeds.co.uk::367a0140-5d2d-41f2-baad-61c34010bc9d" providerId="AD" clId="Web-{388C2AF6-75AD-4FB6-AF09-8C950AEB539F}" dt="2025-09-22T11:23:00.287" v="1106" actId="20577"/>
      <pc:docMkLst>
        <pc:docMk/>
      </pc:docMkLst>
      <pc:sldChg chg="modSp">
        <pc:chgData name="Adam Watkin" userId="S::adam.watkin@utcleeds.co.uk::367a0140-5d2d-41f2-baad-61c34010bc9d" providerId="AD" clId="Web-{388C2AF6-75AD-4FB6-AF09-8C950AEB539F}" dt="2025-09-22T10:19:49.333" v="274" actId="20577"/>
        <pc:sldMkLst>
          <pc:docMk/>
          <pc:sldMk cId="1232729438" sldId="260"/>
        </pc:sldMkLst>
        <pc:spChg chg="mod">
          <ac:chgData name="Adam Watkin" userId="S::adam.watkin@utcleeds.co.uk::367a0140-5d2d-41f2-baad-61c34010bc9d" providerId="AD" clId="Web-{388C2AF6-75AD-4FB6-AF09-8C950AEB539F}" dt="2025-09-22T10:19:49.333" v="274" actId="20577"/>
          <ac:spMkLst>
            <pc:docMk/>
            <pc:sldMk cId="1232729438" sldId="260"/>
            <ac:spMk id="3" creationId="{FADD91C6-9892-A20C-FED7-41AD18AEE7B2}"/>
          </ac:spMkLst>
        </pc:spChg>
      </pc:sldChg>
      <pc:sldChg chg="modSp new">
        <pc:chgData name="Adam Watkin" userId="S::adam.watkin@utcleeds.co.uk::367a0140-5d2d-41f2-baad-61c34010bc9d" providerId="AD" clId="Web-{388C2AF6-75AD-4FB6-AF09-8C950AEB539F}" dt="2025-09-22T10:19:14.848" v="187" actId="20577"/>
        <pc:sldMkLst>
          <pc:docMk/>
          <pc:sldMk cId="1424147198" sldId="261"/>
        </pc:sldMkLst>
        <pc:spChg chg="mod">
          <ac:chgData name="Adam Watkin" userId="S::adam.watkin@utcleeds.co.uk::367a0140-5d2d-41f2-baad-61c34010bc9d" providerId="AD" clId="Web-{388C2AF6-75AD-4FB6-AF09-8C950AEB539F}" dt="2025-09-22T10:18:12.986" v="26" actId="20577"/>
          <ac:spMkLst>
            <pc:docMk/>
            <pc:sldMk cId="1424147198" sldId="261"/>
            <ac:spMk id="2" creationId="{CF2C6342-E35E-D77F-DF5E-E3A892329C2F}"/>
          </ac:spMkLst>
        </pc:spChg>
        <pc:spChg chg="mod">
          <ac:chgData name="Adam Watkin" userId="S::adam.watkin@utcleeds.co.uk::367a0140-5d2d-41f2-baad-61c34010bc9d" providerId="AD" clId="Web-{388C2AF6-75AD-4FB6-AF09-8C950AEB539F}" dt="2025-09-22T10:19:14.848" v="187" actId="20577"/>
          <ac:spMkLst>
            <pc:docMk/>
            <pc:sldMk cId="1424147198" sldId="261"/>
            <ac:spMk id="3" creationId="{8CA15374-F726-3E57-CA32-0CFD864ED472}"/>
          </ac:spMkLst>
        </pc:spChg>
      </pc:sldChg>
      <pc:sldChg chg="modSp new">
        <pc:chgData name="Adam Watkin" userId="S::adam.watkin@utcleeds.co.uk::367a0140-5d2d-41f2-baad-61c34010bc9d" providerId="AD" clId="Web-{388C2AF6-75AD-4FB6-AF09-8C950AEB539F}" dt="2025-09-22T10:57:38.317" v="806" actId="20577"/>
        <pc:sldMkLst>
          <pc:docMk/>
          <pc:sldMk cId="2590093082" sldId="262"/>
        </pc:sldMkLst>
        <pc:spChg chg="mod">
          <ac:chgData name="Adam Watkin" userId="S::adam.watkin@utcleeds.co.uk::367a0140-5d2d-41f2-baad-61c34010bc9d" providerId="AD" clId="Web-{388C2AF6-75AD-4FB6-AF09-8C950AEB539F}" dt="2025-09-22T10:20:09.036" v="283" actId="20577"/>
          <ac:spMkLst>
            <pc:docMk/>
            <pc:sldMk cId="2590093082" sldId="262"/>
            <ac:spMk id="2" creationId="{BE2E6458-70A2-35CF-2A37-80F5B7041D6A}"/>
          </ac:spMkLst>
        </pc:spChg>
        <pc:spChg chg="mod">
          <ac:chgData name="Adam Watkin" userId="S::adam.watkin@utcleeds.co.uk::367a0140-5d2d-41f2-baad-61c34010bc9d" providerId="AD" clId="Web-{388C2AF6-75AD-4FB6-AF09-8C950AEB539F}" dt="2025-09-22T10:57:38.317" v="806" actId="20577"/>
          <ac:spMkLst>
            <pc:docMk/>
            <pc:sldMk cId="2590093082" sldId="262"/>
            <ac:spMk id="3" creationId="{9A10469D-2EC1-A76B-8DE8-C79172755649}"/>
          </ac:spMkLst>
        </pc:spChg>
      </pc:sldChg>
      <pc:sldChg chg="modSp new">
        <pc:chgData name="Adam Watkin" userId="S::adam.watkin@utcleeds.co.uk::367a0140-5d2d-41f2-baad-61c34010bc9d" providerId="AD" clId="Web-{388C2AF6-75AD-4FB6-AF09-8C950AEB539F}" dt="2025-09-22T10:34:25.532" v="692" actId="20577"/>
        <pc:sldMkLst>
          <pc:docMk/>
          <pc:sldMk cId="774503815" sldId="263"/>
        </pc:sldMkLst>
        <pc:spChg chg="mod">
          <ac:chgData name="Adam Watkin" userId="S::adam.watkin@utcleeds.co.uk::367a0140-5d2d-41f2-baad-61c34010bc9d" providerId="AD" clId="Web-{388C2AF6-75AD-4FB6-AF09-8C950AEB539F}" dt="2025-09-22T10:25:24.915" v="356" actId="20577"/>
          <ac:spMkLst>
            <pc:docMk/>
            <pc:sldMk cId="774503815" sldId="263"/>
            <ac:spMk id="2" creationId="{4C7017AB-DF1E-C2D8-DE59-5F4A6DC26A7A}"/>
          </ac:spMkLst>
        </pc:spChg>
        <pc:spChg chg="mod">
          <ac:chgData name="Adam Watkin" userId="S::adam.watkin@utcleeds.co.uk::367a0140-5d2d-41f2-baad-61c34010bc9d" providerId="AD" clId="Web-{388C2AF6-75AD-4FB6-AF09-8C950AEB539F}" dt="2025-09-22T10:34:25.532" v="692" actId="20577"/>
          <ac:spMkLst>
            <pc:docMk/>
            <pc:sldMk cId="774503815" sldId="263"/>
            <ac:spMk id="3" creationId="{D6BA45E5-C369-C07F-364D-12ECD8FAF761}"/>
          </ac:spMkLst>
        </pc:spChg>
      </pc:sldChg>
      <pc:sldChg chg="modSp new">
        <pc:chgData name="Adam Watkin" userId="S::adam.watkin@utcleeds.co.uk::367a0140-5d2d-41f2-baad-61c34010bc9d" providerId="AD" clId="Web-{388C2AF6-75AD-4FB6-AF09-8C950AEB539F}" dt="2025-09-22T11:00:23.224" v="900" actId="20577"/>
        <pc:sldMkLst>
          <pc:docMk/>
          <pc:sldMk cId="2478121673" sldId="264"/>
        </pc:sldMkLst>
        <pc:spChg chg="mod">
          <ac:chgData name="Adam Watkin" userId="S::adam.watkin@utcleeds.co.uk::367a0140-5d2d-41f2-baad-61c34010bc9d" providerId="AD" clId="Web-{388C2AF6-75AD-4FB6-AF09-8C950AEB539F}" dt="2025-09-22T10:57:51.490" v="819" actId="20577"/>
          <ac:spMkLst>
            <pc:docMk/>
            <pc:sldMk cId="2478121673" sldId="264"/>
            <ac:spMk id="2" creationId="{D1A395B2-BEF1-7470-DBC0-4144267E4689}"/>
          </ac:spMkLst>
        </pc:spChg>
        <pc:spChg chg="mod">
          <ac:chgData name="Adam Watkin" userId="S::adam.watkin@utcleeds.co.uk::367a0140-5d2d-41f2-baad-61c34010bc9d" providerId="AD" clId="Web-{388C2AF6-75AD-4FB6-AF09-8C950AEB539F}" dt="2025-09-22T11:00:23.224" v="900" actId="20577"/>
          <ac:spMkLst>
            <pc:docMk/>
            <pc:sldMk cId="2478121673" sldId="264"/>
            <ac:spMk id="3" creationId="{1360C60C-D92B-8FFF-596C-2737394CBB8A}"/>
          </ac:spMkLst>
        </pc:spChg>
      </pc:sldChg>
      <pc:sldChg chg="modSp new">
        <pc:chgData name="Adam Watkin" userId="S::adam.watkin@utcleeds.co.uk::367a0140-5d2d-41f2-baad-61c34010bc9d" providerId="AD" clId="Web-{388C2AF6-75AD-4FB6-AF09-8C950AEB539F}" dt="2025-09-22T10:57:30.831" v="800" actId="20577"/>
        <pc:sldMkLst>
          <pc:docMk/>
          <pc:sldMk cId="564887292" sldId="265"/>
        </pc:sldMkLst>
        <pc:spChg chg="mod">
          <ac:chgData name="Adam Watkin" userId="S::adam.watkin@utcleeds.co.uk::367a0140-5d2d-41f2-baad-61c34010bc9d" providerId="AD" clId="Web-{388C2AF6-75AD-4FB6-AF09-8C950AEB539F}" dt="2025-09-22T10:44:52.775" v="724" actId="20577"/>
          <ac:spMkLst>
            <pc:docMk/>
            <pc:sldMk cId="564887292" sldId="265"/>
            <ac:spMk id="2" creationId="{82F3CD68-CA2C-F0EB-6121-D123D30EA5C5}"/>
          </ac:spMkLst>
        </pc:spChg>
        <pc:spChg chg="mod">
          <ac:chgData name="Adam Watkin" userId="S::adam.watkin@utcleeds.co.uk::367a0140-5d2d-41f2-baad-61c34010bc9d" providerId="AD" clId="Web-{388C2AF6-75AD-4FB6-AF09-8C950AEB539F}" dt="2025-09-22T10:57:30.831" v="800" actId="20577"/>
          <ac:spMkLst>
            <pc:docMk/>
            <pc:sldMk cId="564887292" sldId="265"/>
            <ac:spMk id="3" creationId="{8E9A1EF5-E335-5426-F2FA-D6CB142084CD}"/>
          </ac:spMkLst>
        </pc:spChg>
      </pc:sldChg>
      <pc:sldChg chg="modSp new">
        <pc:chgData name="Adam Watkin" userId="S::adam.watkin@utcleeds.co.uk::367a0140-5d2d-41f2-baad-61c34010bc9d" providerId="AD" clId="Web-{388C2AF6-75AD-4FB6-AF09-8C950AEB539F}" dt="2025-09-22T11:06:20.962" v="982" actId="20577"/>
        <pc:sldMkLst>
          <pc:docMk/>
          <pc:sldMk cId="3162549192" sldId="266"/>
        </pc:sldMkLst>
        <pc:spChg chg="mod">
          <ac:chgData name="Adam Watkin" userId="S::adam.watkin@utcleeds.co.uk::367a0140-5d2d-41f2-baad-61c34010bc9d" providerId="AD" clId="Web-{388C2AF6-75AD-4FB6-AF09-8C950AEB539F}" dt="2025-09-22T11:00:47.288" v="931" actId="20577"/>
          <ac:spMkLst>
            <pc:docMk/>
            <pc:sldMk cId="3162549192" sldId="266"/>
            <ac:spMk id="2" creationId="{B4BBB837-9C9A-4069-C590-1934B3EC6B81}"/>
          </ac:spMkLst>
        </pc:spChg>
        <pc:spChg chg="mod">
          <ac:chgData name="Adam Watkin" userId="S::adam.watkin@utcleeds.co.uk::367a0140-5d2d-41f2-baad-61c34010bc9d" providerId="AD" clId="Web-{388C2AF6-75AD-4FB6-AF09-8C950AEB539F}" dt="2025-09-22T11:06:20.962" v="982" actId="20577"/>
          <ac:spMkLst>
            <pc:docMk/>
            <pc:sldMk cId="3162549192" sldId="266"/>
            <ac:spMk id="3" creationId="{2632554C-1B6D-A587-EFD7-5977842FE088}"/>
          </ac:spMkLst>
        </pc:spChg>
      </pc:sldChg>
      <pc:sldChg chg="modSp new del">
        <pc:chgData name="Adam Watkin" userId="S::adam.watkin@utcleeds.co.uk::367a0140-5d2d-41f2-baad-61c34010bc9d" providerId="AD" clId="Web-{388C2AF6-75AD-4FB6-AF09-8C950AEB539F}" dt="2025-09-22T11:06:37.025" v="991"/>
        <pc:sldMkLst>
          <pc:docMk/>
          <pc:sldMk cId="582678652" sldId="267"/>
        </pc:sldMkLst>
        <pc:spChg chg="mod">
          <ac:chgData name="Adam Watkin" userId="S::adam.watkin@utcleeds.co.uk::367a0140-5d2d-41f2-baad-61c34010bc9d" providerId="AD" clId="Web-{388C2AF6-75AD-4FB6-AF09-8C950AEB539F}" dt="2025-09-22T11:06:29.571" v="989" actId="20577"/>
          <ac:spMkLst>
            <pc:docMk/>
            <pc:sldMk cId="582678652" sldId="267"/>
            <ac:spMk id="2" creationId="{60D9F5A6-AFEB-6D5B-748B-EC1F501AC9CC}"/>
          </ac:spMkLst>
        </pc:spChg>
      </pc:sldChg>
      <pc:sldChg chg="modSp new">
        <pc:chgData name="Adam Watkin" userId="S::adam.watkin@utcleeds.co.uk::367a0140-5d2d-41f2-baad-61c34010bc9d" providerId="AD" clId="Web-{388C2AF6-75AD-4FB6-AF09-8C950AEB539F}" dt="2025-09-22T11:22:49.458" v="1090" actId="20577"/>
        <pc:sldMkLst>
          <pc:docMk/>
          <pc:sldMk cId="2169177162" sldId="268"/>
        </pc:sldMkLst>
        <pc:spChg chg="mod">
          <ac:chgData name="Adam Watkin" userId="S::adam.watkin@utcleeds.co.uk::367a0140-5d2d-41f2-baad-61c34010bc9d" providerId="AD" clId="Web-{388C2AF6-75AD-4FB6-AF09-8C950AEB539F}" dt="2025-09-22T11:19:14.573" v="995" actId="20577"/>
          <ac:spMkLst>
            <pc:docMk/>
            <pc:sldMk cId="2169177162" sldId="268"/>
            <ac:spMk id="2" creationId="{3AB0E4F0-1CA5-33DE-7A8C-BAFE7D201B3D}"/>
          </ac:spMkLst>
        </pc:spChg>
        <pc:spChg chg="mod">
          <ac:chgData name="Adam Watkin" userId="S::adam.watkin@utcleeds.co.uk::367a0140-5d2d-41f2-baad-61c34010bc9d" providerId="AD" clId="Web-{388C2AF6-75AD-4FB6-AF09-8C950AEB539F}" dt="2025-09-22T11:22:49.458" v="1090" actId="20577"/>
          <ac:spMkLst>
            <pc:docMk/>
            <pc:sldMk cId="2169177162" sldId="268"/>
            <ac:spMk id="3" creationId="{DD93E7D4-74BF-3BAE-0076-3C3FA5703D93}"/>
          </ac:spMkLst>
        </pc:spChg>
      </pc:sldChg>
      <pc:sldChg chg="modSp new">
        <pc:chgData name="Adam Watkin" userId="S::adam.watkin@utcleeds.co.uk::367a0140-5d2d-41f2-baad-61c34010bc9d" providerId="AD" clId="Web-{388C2AF6-75AD-4FB6-AF09-8C950AEB539F}" dt="2025-09-22T11:23:00.287" v="1106" actId="20577"/>
        <pc:sldMkLst>
          <pc:docMk/>
          <pc:sldMk cId="2086586139" sldId="269"/>
        </pc:sldMkLst>
        <pc:spChg chg="mod">
          <ac:chgData name="Adam Watkin" userId="S::adam.watkin@utcleeds.co.uk::367a0140-5d2d-41f2-baad-61c34010bc9d" providerId="AD" clId="Web-{388C2AF6-75AD-4FB6-AF09-8C950AEB539F}" dt="2025-09-22T11:23:00.287" v="1106" actId="20577"/>
          <ac:spMkLst>
            <pc:docMk/>
            <pc:sldMk cId="2086586139" sldId="269"/>
            <ac:spMk id="2" creationId="{389AF479-EC21-F9BA-C9DC-BDDE5BAF93B9}"/>
          </ac:spMkLst>
        </pc:spChg>
      </pc:sldChg>
    </pc:docChg>
  </pc:docChgLst>
  <pc:docChgLst>
    <pc:chgData name="Adam Watkin" userId="S::adam.watkin@utcleeds.co.uk::367a0140-5d2d-41f2-baad-61c34010bc9d" providerId="AD" clId="Web-{2694FDC1-10B9-8607-29E0-9B98E2B23118}"/>
    <pc:docChg chg="addSld modSld sldOrd">
      <pc:chgData name="Adam Watkin" userId="S::adam.watkin@utcleeds.co.uk::367a0140-5d2d-41f2-baad-61c34010bc9d" providerId="AD" clId="Web-{2694FDC1-10B9-8607-29E0-9B98E2B23118}" dt="2025-09-22T12:12:17.859" v="110" actId="20577"/>
      <pc:docMkLst>
        <pc:docMk/>
      </pc:docMkLst>
      <pc:sldChg chg="modSp">
        <pc:chgData name="Adam Watkin" userId="S::adam.watkin@utcleeds.co.uk::367a0140-5d2d-41f2-baad-61c34010bc9d" providerId="AD" clId="Web-{2694FDC1-10B9-8607-29E0-9B98E2B23118}" dt="2025-09-22T11:52:21.657" v="4" actId="20577"/>
        <pc:sldMkLst>
          <pc:docMk/>
          <pc:sldMk cId="109857222" sldId="256"/>
        </pc:sldMkLst>
        <pc:spChg chg="mod">
          <ac:chgData name="Adam Watkin" userId="S::adam.watkin@utcleeds.co.uk::367a0140-5d2d-41f2-baad-61c34010bc9d" providerId="AD" clId="Web-{2694FDC1-10B9-8607-29E0-9B98E2B23118}" dt="2025-09-22T11:52:21.657" v="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ord">
        <pc:chgData name="Adam Watkin" userId="S::adam.watkin@utcleeds.co.uk::367a0140-5d2d-41f2-baad-61c34010bc9d" providerId="AD" clId="Web-{2694FDC1-10B9-8607-29E0-9B98E2B23118}" dt="2025-09-22T11:52:46.273" v="12"/>
        <pc:sldMkLst>
          <pc:docMk/>
          <pc:sldMk cId="2169177162" sldId="268"/>
        </pc:sldMkLst>
      </pc:sldChg>
      <pc:sldChg chg="modSp">
        <pc:chgData name="Adam Watkin" userId="S::adam.watkin@utcleeds.co.uk::367a0140-5d2d-41f2-baad-61c34010bc9d" providerId="AD" clId="Web-{2694FDC1-10B9-8607-29E0-9B98E2B23118}" dt="2025-09-22T11:52:40.351" v="10" actId="20577"/>
        <pc:sldMkLst>
          <pc:docMk/>
          <pc:sldMk cId="2086586139" sldId="269"/>
        </pc:sldMkLst>
        <pc:spChg chg="mod">
          <ac:chgData name="Adam Watkin" userId="S::adam.watkin@utcleeds.co.uk::367a0140-5d2d-41f2-baad-61c34010bc9d" providerId="AD" clId="Web-{2694FDC1-10B9-8607-29E0-9B98E2B23118}" dt="2025-09-22T11:52:40.351" v="10" actId="20577"/>
          <ac:spMkLst>
            <pc:docMk/>
            <pc:sldMk cId="2086586139" sldId="269"/>
            <ac:spMk id="3" creationId="{74C076C3-78AB-D460-A1AB-F73DB5C58124}"/>
          </ac:spMkLst>
        </pc:spChg>
      </pc:sldChg>
      <pc:sldChg chg="modSp new">
        <pc:chgData name="Adam Watkin" userId="S::adam.watkin@utcleeds.co.uk::367a0140-5d2d-41f2-baad-61c34010bc9d" providerId="AD" clId="Web-{2694FDC1-10B9-8607-29E0-9B98E2B23118}" dt="2025-09-22T12:12:17.859" v="110" actId="20577"/>
        <pc:sldMkLst>
          <pc:docMk/>
          <pc:sldMk cId="2396835075" sldId="270"/>
        </pc:sldMkLst>
        <pc:spChg chg="mod">
          <ac:chgData name="Adam Watkin" userId="S::adam.watkin@utcleeds.co.uk::367a0140-5d2d-41f2-baad-61c34010bc9d" providerId="AD" clId="Web-{2694FDC1-10B9-8607-29E0-9B98E2B23118}" dt="2025-09-22T11:54:20.982" v="17" actId="20577"/>
          <ac:spMkLst>
            <pc:docMk/>
            <pc:sldMk cId="2396835075" sldId="270"/>
            <ac:spMk id="2" creationId="{4BF91076-1621-4E39-DC52-ACC0AB39217C}"/>
          </ac:spMkLst>
        </pc:spChg>
        <pc:spChg chg="mod">
          <ac:chgData name="Adam Watkin" userId="S::adam.watkin@utcleeds.co.uk::367a0140-5d2d-41f2-baad-61c34010bc9d" providerId="AD" clId="Web-{2694FDC1-10B9-8607-29E0-9B98E2B23118}" dt="2025-09-22T12:12:17.859" v="110" actId="20577"/>
          <ac:spMkLst>
            <pc:docMk/>
            <pc:sldMk cId="2396835075" sldId="270"/>
            <ac:spMk id="3" creationId="{CB282F58-6D5D-CDE1-12A1-CDB622F316AA}"/>
          </ac:spMkLst>
        </pc:spChg>
      </pc:sldChg>
    </pc:docChg>
  </pc:docChgLst>
  <pc:docChgLst>
    <pc:chgData name="Adam Watkin" userId="S::adam.watkin@utcleeds.co.uk::367a0140-5d2d-41f2-baad-61c34010bc9d" providerId="AD" clId="Web-{B04A056B-3D1F-0C2D-4207-30ED6FA2875A}"/>
    <pc:docChg chg="addSld modSld">
      <pc:chgData name="Adam Watkin" userId="S::adam.watkin@utcleeds.co.uk::367a0140-5d2d-41f2-baad-61c34010bc9d" providerId="AD" clId="Web-{B04A056B-3D1F-0C2D-4207-30ED6FA2875A}" dt="2025-09-22T12:34:15.329" v="134" actId="20577"/>
      <pc:docMkLst>
        <pc:docMk/>
      </pc:docMkLst>
      <pc:sldChg chg="modSp">
        <pc:chgData name="Adam Watkin" userId="S::adam.watkin@utcleeds.co.uk::367a0140-5d2d-41f2-baad-61c34010bc9d" providerId="AD" clId="Web-{B04A056B-3D1F-0C2D-4207-30ED6FA2875A}" dt="2025-09-22T12:33:00.060" v="76" actId="20577"/>
        <pc:sldMkLst>
          <pc:docMk/>
          <pc:sldMk cId="2169177162" sldId="268"/>
        </pc:sldMkLst>
        <pc:spChg chg="mod">
          <ac:chgData name="Adam Watkin" userId="S::adam.watkin@utcleeds.co.uk::367a0140-5d2d-41f2-baad-61c34010bc9d" providerId="AD" clId="Web-{B04A056B-3D1F-0C2D-4207-30ED6FA2875A}" dt="2025-09-22T12:33:00.060" v="76" actId="20577"/>
          <ac:spMkLst>
            <pc:docMk/>
            <pc:sldMk cId="2169177162" sldId="268"/>
            <ac:spMk id="3" creationId="{DD93E7D4-74BF-3BAE-0076-3C3FA5703D93}"/>
          </ac:spMkLst>
        </pc:spChg>
      </pc:sldChg>
      <pc:sldChg chg="modSp">
        <pc:chgData name="Adam Watkin" userId="S::adam.watkin@utcleeds.co.uk::367a0140-5d2d-41f2-baad-61c34010bc9d" providerId="AD" clId="Web-{B04A056B-3D1F-0C2D-4207-30ED6FA2875A}" dt="2025-09-22T12:29:22.874" v="13" actId="20577"/>
        <pc:sldMkLst>
          <pc:docMk/>
          <pc:sldMk cId="2086586139" sldId="269"/>
        </pc:sldMkLst>
        <pc:spChg chg="mod">
          <ac:chgData name="Adam Watkin" userId="S::adam.watkin@utcleeds.co.uk::367a0140-5d2d-41f2-baad-61c34010bc9d" providerId="AD" clId="Web-{B04A056B-3D1F-0C2D-4207-30ED6FA2875A}" dt="2025-09-22T12:29:22.874" v="13" actId="20577"/>
          <ac:spMkLst>
            <pc:docMk/>
            <pc:sldMk cId="2086586139" sldId="269"/>
            <ac:spMk id="3" creationId="{74C076C3-78AB-D460-A1AB-F73DB5C58124}"/>
          </ac:spMkLst>
        </pc:spChg>
      </pc:sldChg>
      <pc:sldChg chg="modSp new">
        <pc:chgData name="Adam Watkin" userId="S::adam.watkin@utcleeds.co.uk::367a0140-5d2d-41f2-baad-61c34010bc9d" providerId="AD" clId="Web-{B04A056B-3D1F-0C2D-4207-30ED6FA2875A}" dt="2025-09-22T12:34:15.329" v="134" actId="20577"/>
        <pc:sldMkLst>
          <pc:docMk/>
          <pc:sldMk cId="2452837360" sldId="271"/>
        </pc:sldMkLst>
        <pc:spChg chg="mod">
          <ac:chgData name="Adam Watkin" userId="S::adam.watkin@utcleeds.co.uk::367a0140-5d2d-41f2-baad-61c34010bc9d" providerId="AD" clId="Web-{B04A056B-3D1F-0C2D-4207-30ED6FA2875A}" dt="2025-09-22T12:33:37.624" v="109" actId="20577"/>
          <ac:spMkLst>
            <pc:docMk/>
            <pc:sldMk cId="2452837360" sldId="271"/>
            <ac:spMk id="2" creationId="{825BAF60-4116-A3E3-EDCA-9A056A9572EB}"/>
          </ac:spMkLst>
        </pc:spChg>
        <pc:spChg chg="mod">
          <ac:chgData name="Adam Watkin" userId="S::adam.watkin@utcleeds.co.uk::367a0140-5d2d-41f2-baad-61c34010bc9d" providerId="AD" clId="Web-{B04A056B-3D1F-0C2D-4207-30ED6FA2875A}" dt="2025-09-22T12:34:15.329" v="134" actId="20577"/>
          <ac:spMkLst>
            <pc:docMk/>
            <pc:sldMk cId="2452837360" sldId="271"/>
            <ac:spMk id="3" creationId="{5F40C94F-C006-ADCC-24A9-FBD31D079C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5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6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43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1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78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5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3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96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6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3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22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Database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Flat file to relational databases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F000-3459-E953-4A5D-49F7188D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Essential part of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43F60-DF0B-27C6-735D-83736431A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Barely a website without a database attached</a:t>
            </a:r>
          </a:p>
          <a:p>
            <a:endParaRPr lang="en-US"/>
          </a:p>
          <a:p>
            <a:r>
              <a:rPr lang="en-US"/>
              <a:t>User account = database</a:t>
            </a:r>
          </a:p>
          <a:p>
            <a:endParaRPr lang="en-US"/>
          </a:p>
          <a:p>
            <a:r>
              <a:rPr lang="en-US"/>
              <a:t>Stats = database</a:t>
            </a:r>
          </a:p>
          <a:p>
            <a:endParaRPr lang="en-US"/>
          </a:p>
          <a:p>
            <a:r>
              <a:rPr lang="en-US"/>
              <a:t>Interactions = database</a:t>
            </a:r>
          </a:p>
        </p:txBody>
      </p:sp>
    </p:spTree>
    <p:extLst>
      <p:ext uri="{BB962C8B-B14F-4D97-AF65-F5344CB8AC3E}">
        <p14:creationId xmlns:p14="http://schemas.microsoft.com/office/powerpoint/2010/main" val="1127539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A01D-E0F3-9B38-9F7B-0A930617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Old school paper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70656-A489-E6E0-9D91-59D12B741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would store this data on paper, student records, staff record etc. </a:t>
            </a:r>
          </a:p>
          <a:p>
            <a:endParaRPr lang="en-US"/>
          </a:p>
          <a:p>
            <a:r>
              <a:rPr lang="en-US"/>
              <a:t>Leads to a lot of weight, space and most importantly.... mistakes. </a:t>
            </a:r>
          </a:p>
          <a:p>
            <a:endParaRPr lang="en-US"/>
          </a:p>
          <a:p>
            <a:r>
              <a:rPr lang="en-US"/>
              <a:t>Data integrity – importance concept with databases and 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Just because they word is spelt correctly doesn’t mean it doesn’t mean it’s the rightly word</a:t>
            </a:r>
          </a:p>
        </p:txBody>
      </p:sp>
    </p:spTree>
    <p:extLst>
      <p:ext uri="{BB962C8B-B14F-4D97-AF65-F5344CB8AC3E}">
        <p14:creationId xmlns:p14="http://schemas.microsoft.com/office/powerpoint/2010/main" val="236109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8D72-2502-8F35-9634-6533BBDC5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Tables and DBMS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7A978-D478-7CC2-C2D4-8F42B64A2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We </a:t>
            </a:r>
            <a:r>
              <a:rPr lang="en-US" err="1"/>
              <a:t>visualise</a:t>
            </a:r>
            <a:r>
              <a:rPr lang="en-US"/>
              <a:t> the data as tables – tables of linked data</a:t>
            </a:r>
          </a:p>
          <a:p>
            <a:endParaRPr lang="en-US"/>
          </a:p>
          <a:p>
            <a:r>
              <a:rPr lang="en-US"/>
              <a:t>We </a:t>
            </a:r>
            <a:r>
              <a:rPr lang="en-US" err="1"/>
              <a:t>organise</a:t>
            </a:r>
            <a:r>
              <a:rPr lang="en-US"/>
              <a:t> them into fields (columns) and records (rows)</a:t>
            </a:r>
          </a:p>
          <a:p>
            <a:endParaRPr lang="en-US"/>
          </a:p>
          <a:p>
            <a:r>
              <a:rPr lang="en-US"/>
              <a:t>In reality.. This is for us and our monkey brains</a:t>
            </a:r>
          </a:p>
          <a:p>
            <a:endParaRPr lang="en-US"/>
          </a:p>
          <a:p>
            <a:r>
              <a:rPr lang="en-US"/>
              <a:t>The DBMS deals with it all under the hood</a:t>
            </a:r>
          </a:p>
          <a:p>
            <a:endParaRPr lang="en-US"/>
          </a:p>
          <a:p>
            <a:r>
              <a:rPr lang="en-US"/>
              <a:t>Extremely efficient storage. </a:t>
            </a:r>
          </a:p>
        </p:txBody>
      </p:sp>
    </p:spTree>
    <p:extLst>
      <p:ext uri="{BB962C8B-B14F-4D97-AF65-F5344CB8AC3E}">
        <p14:creationId xmlns:p14="http://schemas.microsoft.com/office/powerpoint/2010/main" val="408724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6342-E35E-D77F-DF5E-E3A892329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vs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15374-F726-3E57-CA32-0CFD864ED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 is a single item, which in isolation means nothing (fields)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Information is a collection of data put together to generate meaning (records) 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4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82D7-8D9E-1F09-6A08-446B810A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Unique identifier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D91C6-9892-A20C-FED7-41AD18AEE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Each record (row) in a table, needs to be uniquely identifiable. </a:t>
            </a:r>
          </a:p>
          <a:p>
            <a:endParaRPr lang="en-US"/>
          </a:p>
          <a:p>
            <a:r>
              <a:rPr lang="en-US"/>
              <a:t>Some columns are not suitable for this </a:t>
            </a:r>
            <a:r>
              <a:rPr lang="en-US" err="1"/>
              <a:t>e.g</a:t>
            </a:r>
            <a:r>
              <a:rPr lang="en-US"/>
              <a:t> name. </a:t>
            </a:r>
          </a:p>
          <a:p>
            <a:endParaRPr lang="en-US"/>
          </a:p>
          <a:p>
            <a:r>
              <a:rPr lang="en-US"/>
              <a:t>Introducing: Primary Key – A field which uniquely identifies each record from another. </a:t>
            </a:r>
          </a:p>
        </p:txBody>
      </p:sp>
    </p:spTree>
    <p:extLst>
      <p:ext uri="{BB962C8B-B14F-4D97-AF65-F5344CB8AC3E}">
        <p14:creationId xmlns:p14="http://schemas.microsoft.com/office/powerpoint/2010/main" val="1232729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CD68-CA2C-F0EB-6121-D123D30E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Flat file database – Single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A1EF5-E335-5426-F2FA-D6CB14208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is a single table, simple structure</a:t>
            </a:r>
          </a:p>
          <a:p>
            <a:endParaRPr lang="en-US"/>
          </a:p>
          <a:p>
            <a:r>
              <a:rPr lang="en-US" dirty="0"/>
              <a:t>Not very commonly used</a:t>
            </a:r>
          </a:p>
          <a:p>
            <a:endParaRPr lang="en-US" dirty="0"/>
          </a:p>
          <a:p>
            <a:r>
              <a:rPr lang="en-US" dirty="0"/>
              <a:t>Simple login system  e.g. Private Internet Access</a:t>
            </a:r>
          </a:p>
        </p:txBody>
      </p:sp>
    </p:spTree>
    <p:extLst>
      <p:ext uri="{BB962C8B-B14F-4D97-AF65-F5344CB8AC3E}">
        <p14:creationId xmlns:p14="http://schemas.microsoft.com/office/powerpoint/2010/main" val="564887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E6458-70A2-35CF-2A37-80F5B704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Task: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0469D-2EC1-A76B-8DE8-C7917275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Generate a list of field names that you think a school would keep on a student in school</a:t>
            </a:r>
          </a:p>
        </p:txBody>
      </p:sp>
    </p:spTree>
    <p:extLst>
      <p:ext uri="{BB962C8B-B14F-4D97-AF65-F5344CB8AC3E}">
        <p14:creationId xmlns:p14="http://schemas.microsoft.com/office/powerpoint/2010/main" val="259009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017AB-DF1E-C2D8-DE59-5F4A6DC2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Repeating and redundant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A45E5-C369-C07F-364D-12ECD8FA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If data can be calculated from another field don’t store that field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Redundant data – wastes storage space, processing power and makes it messy</a:t>
            </a:r>
          </a:p>
          <a:p>
            <a:endParaRPr lang="en-US"/>
          </a:p>
          <a:p>
            <a:r>
              <a:rPr lang="en-US"/>
              <a:t>What if another student joins the school... from the same address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Repeating data, significant waste of space, leads to terrible integrity issues.</a:t>
            </a:r>
          </a:p>
        </p:txBody>
      </p:sp>
    </p:spTree>
    <p:extLst>
      <p:ext uri="{BB962C8B-B14F-4D97-AF65-F5344CB8AC3E}">
        <p14:creationId xmlns:p14="http://schemas.microsoft.com/office/powerpoint/2010/main" val="774503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95B2-BEF1-7470-DBC0-4144267E4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Refine your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0C60C-D92B-8FFF-596C-2737394CB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Remove any fields which could be calculated using other fields</a:t>
            </a:r>
          </a:p>
          <a:p>
            <a:endParaRPr lang="en-US" dirty="0"/>
          </a:p>
          <a:p>
            <a:r>
              <a:rPr lang="en-US" dirty="0"/>
              <a:t>Remove to another table any fields which could repeat </a:t>
            </a:r>
          </a:p>
          <a:p>
            <a:endParaRPr lang="en-US" dirty="0"/>
          </a:p>
          <a:p>
            <a:r>
              <a:rPr lang="en-US" dirty="0"/>
              <a:t>Give this table a name</a:t>
            </a:r>
          </a:p>
        </p:txBody>
      </p:sp>
    </p:spTree>
    <p:extLst>
      <p:ext uri="{BB962C8B-B14F-4D97-AF65-F5344CB8AC3E}">
        <p14:creationId xmlns:p14="http://schemas.microsoft.com/office/powerpoint/2010/main" val="247812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B837-9C9A-4069-C590-1934B3EC6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YouTube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2554C-1B6D-A587-EFD7-5977842F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Build a table for "viewer"</a:t>
            </a:r>
          </a:p>
          <a:p>
            <a:endParaRPr lang="en-US" dirty="0"/>
          </a:p>
          <a:p>
            <a:r>
              <a:rPr lang="en-US" dirty="0"/>
              <a:t>Build a table for "video"</a:t>
            </a:r>
          </a:p>
          <a:p>
            <a:endParaRPr lang="en-US" dirty="0"/>
          </a:p>
          <a:p>
            <a:r>
              <a:rPr lang="en-US" dirty="0"/>
              <a:t>Make sure you consider repeating and redundant data. </a:t>
            </a:r>
          </a:p>
        </p:txBody>
      </p:sp>
    </p:spTree>
    <p:extLst>
      <p:ext uri="{BB962C8B-B14F-4D97-AF65-F5344CB8AC3E}">
        <p14:creationId xmlns:p14="http://schemas.microsoft.com/office/powerpoint/2010/main" val="3162549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E4F0-1CA5-33DE-7A8C-BAFE7D201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E7D4-74BF-3BAE-0076-3C3FA5703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need to connect tables together</a:t>
            </a:r>
          </a:p>
          <a:p>
            <a:endParaRPr lang="en-US" dirty="0"/>
          </a:p>
          <a:p>
            <a:r>
              <a:rPr lang="en-US" dirty="0"/>
              <a:t>The DBMS manages the matching after that, just allows a link</a:t>
            </a:r>
          </a:p>
          <a:p>
            <a:endParaRPr lang="en-US" dirty="0"/>
          </a:p>
          <a:p>
            <a:r>
              <a:rPr lang="en-US" dirty="0"/>
              <a:t>Introducing "foreign key" - a Primary key from another table as a way to link records</a:t>
            </a:r>
            <a:br>
              <a:rPr lang="en-US" dirty="0"/>
            </a:br>
            <a:endParaRPr lang="en-US"/>
          </a:p>
          <a:p>
            <a:r>
              <a:rPr lang="en-US" dirty="0"/>
              <a:t>Student / address example:</a:t>
            </a:r>
          </a:p>
        </p:txBody>
      </p:sp>
    </p:spTree>
    <p:extLst>
      <p:ext uri="{BB962C8B-B14F-4D97-AF65-F5344CB8AC3E}">
        <p14:creationId xmlns:p14="http://schemas.microsoft.com/office/powerpoint/2010/main" val="2169177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1076-1621-4E39-DC52-ACC0AB39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2F58-6D5D-CDE1-12A1-CDB622F31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One to One – Employee to Employee details (Sensitive) </a:t>
            </a:r>
          </a:p>
          <a:p>
            <a:endParaRPr lang="en-US" dirty="0"/>
          </a:p>
          <a:p>
            <a:r>
              <a:rPr lang="en-US" dirty="0"/>
              <a:t>One to Many – car parts to manufacturer</a:t>
            </a:r>
          </a:p>
          <a:p>
            <a:endParaRPr lang="en-US" dirty="0"/>
          </a:p>
          <a:p>
            <a:r>
              <a:rPr lang="en-US" dirty="0"/>
              <a:t>Many to Many – Students addresses – But can't exist</a:t>
            </a:r>
          </a:p>
        </p:txBody>
      </p:sp>
    </p:spTree>
    <p:extLst>
      <p:ext uri="{BB962C8B-B14F-4D97-AF65-F5344CB8AC3E}">
        <p14:creationId xmlns:p14="http://schemas.microsoft.com/office/powerpoint/2010/main" val="2396835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F479-EC21-F9BA-C9DC-BDDE5BAF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Update student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76C3-78AB-D460-A1AB-F73DB5C58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Link the tables together with an appropriate link table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586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BAF60-4116-A3E3-EDCA-9A056A957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Update YouTube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0C94F-C006-ADCC-24A9-FBD31D079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Add an appropriate named link table to your </a:t>
            </a:r>
            <a:r>
              <a:rPr lang="en-US" dirty="0" err="1"/>
              <a:t>youtube</a:t>
            </a:r>
            <a:r>
              <a:rPr lang="en-US" dirty="0"/>
              <a:t> scenario</a:t>
            </a:r>
          </a:p>
        </p:txBody>
      </p:sp>
    </p:spTree>
    <p:extLst>
      <p:ext uri="{BB962C8B-B14F-4D97-AF65-F5344CB8AC3E}">
        <p14:creationId xmlns:p14="http://schemas.microsoft.com/office/powerpoint/2010/main" val="2452837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A0779FAD544C9159E1CE3C4D4EBA" ma:contentTypeVersion="27" ma:contentTypeDescription="Create a new document." ma:contentTypeScope="" ma:versionID="7d70121aadde78dcf27f52a14065f200">
  <xsd:schema xmlns:xsd="http://www.w3.org/2001/XMLSchema" xmlns:xs="http://www.w3.org/2001/XMLSchema" xmlns:p="http://schemas.microsoft.com/office/2006/metadata/properties" xmlns:ns2="a04d4b19-f621-4c3c-bc2e-e56ad8b8266c" xmlns:ns3="cd186e81-9251-4aad-9103-4c6d14f9fcfa" targetNamespace="http://schemas.microsoft.com/office/2006/metadata/properties" ma:root="true" ma:fieldsID="1084bc2e3ff52f9a4a4ab8e7ee837b83" ns2:_="" ns3:_="">
    <xsd:import namespace="a04d4b19-f621-4c3c-bc2e-e56ad8b8266c"/>
    <xsd:import namespace="cd186e81-9251-4aad-9103-4c6d14f9fcfa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k3d49de15793479bb679f9814d141fa3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k3d49de15793479bb679f9814d141fa3" ma:index="12" nillable="true" ma:taxonomy="true" ma:internalName="k3d49de15793479bb679f9814d141fa3" ma:taxonomyFieldName="Staff_x0020_Category" ma:displayName="Staff Category" ma:fieldId="{43d49de1-5793-479b-b679-f9814d141fa3}" ma:sspId="d1e1aebe-9980-4bd8-bca9-3cd8b19c1a26" ma:termSetId="b28c59de-b269-4eb6-b684-5451c1ded0f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90ffa40902743bb99d67678a74fff05" ma:index="14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6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8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9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20" nillable="true" ma:displayName="Key Stage" ma:internalName="Key_x0020_Stage">
      <xsd:simpleType>
        <xsd:restriction base="dms:Text"/>
      </xsd:simpleType>
    </xsd:element>
    <xsd:element name="Year" ma:index="21" nillable="true" ma:displayName="Year" ma:internalName="Year">
      <xsd:simpleType>
        <xsd:restriction base="dms:Text"/>
      </xsd:simpleType>
    </xsd:element>
    <xsd:element name="Lesson" ma:index="22" nillable="true" ma:displayName="Lesson" ma:internalName="Lesson">
      <xsd:simpleType>
        <xsd:restriction base="dms:Text"/>
      </xsd:simpleType>
    </xsd:element>
    <xsd:element name="CustomTags" ma:index="23" nillable="true" ma:displayName="Custom Tags" ma:internalName="Custom_x0020_Tags">
      <xsd:simpleType>
        <xsd:restriction base="dms:Text"/>
      </xsd:simpleType>
    </xsd:element>
    <xsd:element name="CurriculumSubject" ma:index="24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86e81-9251-4aad-9103-4c6d14f9fc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d1e1aebe-9980-4bd8-bca9-3cd8b19c1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3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k3d49de15793479bb679f9814d141fa3 xmlns="a04d4b19-f621-4c3c-bc2e-e56ad8b8266c">
      <Terms xmlns="http://schemas.microsoft.com/office/infopath/2007/PartnerControls"/>
    </k3d49de15793479bb679f9814d141fa3>
    <lcf76f155ced4ddcb4097134ff3c332f xmlns="cd186e81-9251-4aad-9103-4c6d14f9fcfa">
      <Terms xmlns="http://schemas.microsoft.com/office/infopath/2007/PartnerControls"/>
    </lcf76f155ced4ddcb4097134ff3c332f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AA2687650C7489F2FEF75993EAC27" ma:contentTypeVersion="18" ma:contentTypeDescription="Create a new document." ma:contentTypeScope="" ma:versionID="28c19bffd857169306197bbd60cccfdd">
  <xsd:schema xmlns:xsd="http://www.w3.org/2001/XMLSchema" xmlns:xs="http://www.w3.org/2001/XMLSchema" xmlns:p="http://schemas.microsoft.com/office/2006/metadata/properties" xmlns:ns2="a04d4b19-f621-4c3c-bc2e-e56ad8b8266c" xmlns:ns3="b9973ed0-ba7e-4bfb-a5d9-99b9d1a24c62" targetNamespace="http://schemas.microsoft.com/office/2006/metadata/properties" ma:root="true" ma:fieldsID="5a509b7c8a0014d4576d71ac2ee9d16d" ns2:_="" ns3:_="">
    <xsd:import namespace="a04d4b19-f621-4c3c-bc2e-e56ad8b8266c"/>
    <xsd:import namespace="b9973ed0-ba7e-4bfb-a5d9-99b9d1a24c62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0ffa40902743bb99d67678a74fff05" ma:index="12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4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6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7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18" nillable="true" ma:displayName="Key Stage" ma:internalName="Key_x0020_Stage">
      <xsd:simpleType>
        <xsd:restriction base="dms:Text"/>
      </xsd:simpleType>
    </xsd:element>
    <xsd:element name="Year" ma:index="19" nillable="true" ma:displayName="Year" ma:internalName="Year">
      <xsd:simpleType>
        <xsd:restriction base="dms:Text"/>
      </xsd:simpleType>
    </xsd:element>
    <xsd:element name="Lesson" ma:index="20" nillable="true" ma:displayName="Lesson" ma:internalName="Lesson">
      <xsd:simpleType>
        <xsd:restriction base="dms:Text"/>
      </xsd:simpleType>
    </xsd:element>
    <xsd:element name="CustomTags" ma:index="21" nillable="true" ma:displayName="Custom Tags" ma:internalName="Custom_x0020_Tags">
      <xsd:simpleType>
        <xsd:restriction base="dms:Text"/>
      </xsd:simpleType>
    </xsd:element>
    <xsd:element name="CurriculumSubject" ma:index="22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973ed0-ba7e-4bfb-a5d9-99b9d1a24c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CECEE5-4F94-4FD3-842F-2E15471C11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F4C810-E103-41AC-8F11-872ACEB5D142}">
  <ds:schemaRefs>
    <ds:schemaRef ds:uri="a04d4b19-f621-4c3c-bc2e-e56ad8b8266c"/>
    <ds:schemaRef ds:uri="cd186e81-9251-4aad-9103-4c6d14f9fcf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CDF35BC-C927-41C5-9E6E-CF0560E60D29}">
  <ds:schemaRefs>
    <ds:schemaRef ds:uri="a04d4b19-f621-4c3c-bc2e-e56ad8b8266c"/>
    <ds:schemaRef ds:uri="cd186e81-9251-4aad-9103-4c6d14f9fc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DC233B51-59B3-4944-BDCF-59B36DE4DFAB}">
  <ds:schemaRefs>
    <ds:schemaRef ds:uri="a04d4b19-f621-4c3c-bc2e-e56ad8b8266c"/>
    <ds:schemaRef ds:uri="cd186e81-9251-4aad-9103-4c6d14f9fcfa"/>
    <ds:schemaRef ds:uri="http://schemas.microsoft.com/office/2006/metadata/properties"/>
    <ds:schemaRef ds:uri="http://schemas.microsoft.com/office/infopath/2007/PartnerControls"/>
  </ds:schemaRefs>
</ds:datastoreItem>
</file>

<file path=customXml/itemProps5.xml><?xml version="1.0" encoding="utf-8"?>
<ds:datastoreItem xmlns:ds="http://schemas.openxmlformats.org/officeDocument/2006/customXml" ds:itemID="{E49C935F-0E25-4984-9B40-D9D1D0E94319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96CB3000-EEE7-486B-B904-BE910DF70C04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Database</vt:lpstr>
      <vt:lpstr>Essential part of web</vt:lpstr>
      <vt:lpstr>Old school paper records</vt:lpstr>
      <vt:lpstr>Tables and DBMS</vt:lpstr>
      <vt:lpstr>Data vs Information</vt:lpstr>
      <vt:lpstr>Unique identifier</vt:lpstr>
      <vt:lpstr>Flat file database – Single table</vt:lpstr>
      <vt:lpstr>Task: Student</vt:lpstr>
      <vt:lpstr>Repeating and redundant data</vt:lpstr>
      <vt:lpstr>Task: Refine your table</vt:lpstr>
      <vt:lpstr>Task: YouTube Scenario</vt:lpstr>
      <vt:lpstr>Link Table</vt:lpstr>
      <vt:lpstr>Relationships</vt:lpstr>
      <vt:lpstr>Task: Update student table</vt:lpstr>
      <vt:lpstr>Task: Update YouTube 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85</cp:revision>
  <dcterms:created xsi:type="dcterms:W3CDTF">2025-09-22T08:46:15Z</dcterms:created>
  <dcterms:modified xsi:type="dcterms:W3CDTF">2025-09-22T12:34:19Z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0x010100228AA2687650C7489F2FEF75993EAC27</vt:lpwstr>
  </property>
  <property fmtid="{D5CDD505-2E9C-101B-9397-08002B2CF9AE}" pid="3" name="Staff_x0020_Category">
    <vt:lpwstr/>
  </property>
  <property fmtid="{D5CDD505-2E9C-101B-9397-08002B2CF9AE}" pid="4" name="Staff Category">
    <vt:lpwstr/>
  </property>
  <property fmtid="{D5CDD505-2E9C-101B-9397-08002B2CF9AE}" pid="5" name="Exam_x0020_Board">
    <vt:lpwstr/>
  </property>
  <property fmtid="{D5CDD505-2E9C-101B-9397-08002B2CF9AE}" pid="6" name="Topic">
    <vt:lpwstr/>
  </property>
  <property fmtid="{D5CDD505-2E9C-101B-9397-08002B2CF9AE}" pid="7" name="MediaServiceImageTags">
    <vt:lpwstr/>
  </property>
  <property fmtid="{D5CDD505-2E9C-101B-9397-08002B2CF9AE}" pid="8" name="Term">
    <vt:lpwstr/>
  </property>
  <property fmtid="{D5CDD505-2E9C-101B-9397-08002B2CF9AE}" pid="9" name="Week">
    <vt:lpwstr/>
  </property>
  <property fmtid="{D5CDD505-2E9C-101B-9397-08002B2CF9AE}" pid="10" name="Exam Board">
    <vt:lpwstr/>
  </property>
</Properties>
</file>