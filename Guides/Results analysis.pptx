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8" r:id="rId6"/>
    <p:sldId id="259" r:id="rId7"/>
    <p:sldId id="260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F5F3CD-CD94-F9DA-54AF-8264AAE5A308}" v="353" dt="2025-09-02T08:22:44.0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Watkin" userId="S::adam.watkin@utcleeds.co.uk::367a0140-5d2d-41f2-baad-61c34010bc9d" providerId="AD" clId="Web-{E4F5F3CD-CD94-F9DA-54AF-8264AAE5A308}"/>
    <pc:docChg chg="addSld delSld modSld">
      <pc:chgData name="Adam Watkin" userId="S::adam.watkin@utcleeds.co.uk::367a0140-5d2d-41f2-baad-61c34010bc9d" providerId="AD" clId="Web-{E4F5F3CD-CD94-F9DA-54AF-8264AAE5A308}" dt="2025-09-02T08:22:44.042" v="275" actId="20577"/>
      <pc:docMkLst>
        <pc:docMk/>
      </pc:docMkLst>
      <pc:sldChg chg="del">
        <pc:chgData name="Adam Watkin" userId="S::adam.watkin@utcleeds.co.uk::367a0140-5d2d-41f2-baad-61c34010bc9d" providerId="AD" clId="Web-{E4F5F3CD-CD94-F9DA-54AF-8264AAE5A308}" dt="2025-09-02T08:08:30.973" v="30"/>
        <pc:sldMkLst>
          <pc:docMk/>
          <pc:sldMk cId="4175347911" sldId="257"/>
        </pc:sldMkLst>
      </pc:sldChg>
      <pc:sldChg chg="modSp add del">
        <pc:chgData name="Adam Watkin" userId="S::adam.watkin@utcleeds.co.uk::367a0140-5d2d-41f2-baad-61c34010bc9d" providerId="AD" clId="Web-{E4F5F3CD-CD94-F9DA-54AF-8264AAE5A308}" dt="2025-09-02T08:10:02.325" v="38" actId="20577"/>
        <pc:sldMkLst>
          <pc:docMk/>
          <pc:sldMk cId="3557976330" sldId="258"/>
        </pc:sldMkLst>
        <pc:spChg chg="mod">
          <ac:chgData name="Adam Watkin" userId="S::adam.watkin@utcleeds.co.uk::367a0140-5d2d-41f2-baad-61c34010bc9d" providerId="AD" clId="Web-{E4F5F3CD-CD94-F9DA-54AF-8264AAE5A308}" dt="2025-09-02T08:09:26.403" v="35" actId="20577"/>
          <ac:spMkLst>
            <pc:docMk/>
            <pc:sldMk cId="3557976330" sldId="258"/>
            <ac:spMk id="2" creationId="{744284E4-75EE-9D65-3DC3-BEBD943E38D8}"/>
          </ac:spMkLst>
        </pc:spChg>
        <pc:spChg chg="mod">
          <ac:chgData name="Adam Watkin" userId="S::adam.watkin@utcleeds.co.uk::367a0140-5d2d-41f2-baad-61c34010bc9d" providerId="AD" clId="Web-{E4F5F3CD-CD94-F9DA-54AF-8264AAE5A308}" dt="2025-09-02T08:10:02.325" v="38" actId="20577"/>
          <ac:spMkLst>
            <pc:docMk/>
            <pc:sldMk cId="3557976330" sldId="258"/>
            <ac:spMk id="3" creationId="{1E87674F-0BF4-CD5B-06B2-ACF1DD00C2BC}"/>
          </ac:spMkLst>
        </pc:spChg>
      </pc:sldChg>
      <pc:sldChg chg="modSp add del">
        <pc:chgData name="Adam Watkin" userId="S::adam.watkin@utcleeds.co.uk::367a0140-5d2d-41f2-baad-61c34010bc9d" providerId="AD" clId="Web-{E4F5F3CD-CD94-F9DA-54AF-8264AAE5A308}" dt="2025-09-02T08:12:05.810" v="99"/>
        <pc:sldMkLst>
          <pc:docMk/>
          <pc:sldMk cId="1540299352" sldId="259"/>
        </pc:sldMkLst>
        <pc:graphicFrameChg chg="mod modGraphic">
          <ac:chgData name="Adam Watkin" userId="S::adam.watkin@utcleeds.co.uk::367a0140-5d2d-41f2-baad-61c34010bc9d" providerId="AD" clId="Web-{E4F5F3CD-CD94-F9DA-54AF-8264AAE5A308}" dt="2025-09-02T08:12:05.810" v="99"/>
          <ac:graphicFrameMkLst>
            <pc:docMk/>
            <pc:sldMk cId="1540299352" sldId="259"/>
            <ac:graphicFrameMk id="7" creationId="{7071A261-135A-4789-9522-F29A7EF30792}"/>
          </ac:graphicFrameMkLst>
        </pc:graphicFrameChg>
      </pc:sldChg>
      <pc:sldChg chg="modSp add del">
        <pc:chgData name="Adam Watkin" userId="S::adam.watkin@utcleeds.co.uk::367a0140-5d2d-41f2-baad-61c34010bc9d" providerId="AD" clId="Web-{E4F5F3CD-CD94-F9DA-54AF-8264AAE5A308}" dt="2025-09-02T08:13:30.356" v="184"/>
        <pc:sldMkLst>
          <pc:docMk/>
          <pc:sldMk cId="4074335133" sldId="260"/>
        </pc:sldMkLst>
        <pc:graphicFrameChg chg="mod modGraphic">
          <ac:chgData name="Adam Watkin" userId="S::adam.watkin@utcleeds.co.uk::367a0140-5d2d-41f2-baad-61c34010bc9d" providerId="AD" clId="Web-{E4F5F3CD-CD94-F9DA-54AF-8264AAE5A308}" dt="2025-09-02T08:13:30.356" v="184"/>
          <ac:graphicFrameMkLst>
            <pc:docMk/>
            <pc:sldMk cId="4074335133" sldId="260"/>
            <ac:graphicFrameMk id="7" creationId="{A8552496-BD0E-1339-3FD0-B46EB88772B5}"/>
          </ac:graphicFrameMkLst>
        </pc:graphicFrameChg>
      </pc:sldChg>
      <pc:sldChg chg="add del">
        <pc:chgData name="Adam Watkin" userId="S::adam.watkin@utcleeds.co.uk::367a0140-5d2d-41f2-baad-61c34010bc9d" providerId="AD" clId="Web-{E4F5F3CD-CD94-F9DA-54AF-8264AAE5A308}" dt="2025-09-02T08:13:48.013" v="185"/>
        <pc:sldMkLst>
          <pc:docMk/>
          <pc:sldMk cId="3446070907" sldId="261"/>
        </pc:sldMkLst>
      </pc:sldChg>
      <pc:sldChg chg="add del">
        <pc:chgData name="Adam Watkin" userId="S::adam.watkin@utcleeds.co.uk::367a0140-5d2d-41f2-baad-61c34010bc9d" providerId="AD" clId="Web-{E4F5F3CD-CD94-F9DA-54AF-8264AAE5A308}" dt="2025-09-02T08:14:07.559" v="186"/>
        <pc:sldMkLst>
          <pc:docMk/>
          <pc:sldMk cId="3652597754" sldId="262"/>
        </pc:sldMkLst>
      </pc:sldChg>
      <pc:sldChg chg="addSp delSp modSp add del">
        <pc:chgData name="Adam Watkin" userId="S::adam.watkin@utcleeds.co.uk::367a0140-5d2d-41f2-baad-61c34010bc9d" providerId="AD" clId="Web-{E4F5F3CD-CD94-F9DA-54AF-8264AAE5A308}" dt="2025-09-02T08:14:52.622" v="190" actId="14100"/>
        <pc:sldMkLst>
          <pc:docMk/>
          <pc:sldMk cId="4204427432" sldId="263"/>
        </pc:sldMkLst>
        <pc:spChg chg="add del mod">
          <ac:chgData name="Adam Watkin" userId="S::adam.watkin@utcleeds.co.uk::367a0140-5d2d-41f2-baad-61c34010bc9d" providerId="AD" clId="Web-{E4F5F3CD-CD94-F9DA-54AF-8264AAE5A308}" dt="2025-09-02T08:14:44.872" v="188"/>
          <ac:spMkLst>
            <pc:docMk/>
            <pc:sldMk cId="4204427432" sldId="263"/>
            <ac:spMk id="8" creationId="{8A64C2DA-6FE4-D853-27D8-F6DF4098AF64}"/>
          </ac:spMkLst>
        </pc:spChg>
        <pc:picChg chg="del">
          <ac:chgData name="Adam Watkin" userId="S::adam.watkin@utcleeds.co.uk::367a0140-5d2d-41f2-baad-61c34010bc9d" providerId="AD" clId="Web-{E4F5F3CD-CD94-F9DA-54AF-8264AAE5A308}" dt="2025-09-02T08:14:09.747" v="187"/>
          <ac:picMkLst>
            <pc:docMk/>
            <pc:sldMk cId="4204427432" sldId="263"/>
            <ac:picMk id="7" creationId="{CC20E154-5ECF-D7CD-0D98-ACD49918ADE7}"/>
          </ac:picMkLst>
        </pc:picChg>
        <pc:picChg chg="add mod ord">
          <ac:chgData name="Adam Watkin" userId="S::adam.watkin@utcleeds.co.uk::367a0140-5d2d-41f2-baad-61c34010bc9d" providerId="AD" clId="Web-{E4F5F3CD-CD94-F9DA-54AF-8264AAE5A308}" dt="2025-09-02T08:14:52.622" v="190" actId="14100"/>
          <ac:picMkLst>
            <pc:docMk/>
            <pc:sldMk cId="4204427432" sldId="263"/>
            <ac:picMk id="9" creationId="{600C228B-F753-5015-AC07-B1986D36FB91}"/>
          </ac:picMkLst>
        </pc:picChg>
      </pc:sldChg>
      <pc:sldChg chg="addSp delSp modSp add del">
        <pc:chgData name="Adam Watkin" userId="S::adam.watkin@utcleeds.co.uk::367a0140-5d2d-41f2-baad-61c34010bc9d" providerId="AD" clId="Web-{E4F5F3CD-CD94-F9DA-54AF-8264AAE5A308}" dt="2025-09-02T08:15:32.482" v="195" actId="1076"/>
        <pc:sldMkLst>
          <pc:docMk/>
          <pc:sldMk cId="2383251240" sldId="264"/>
        </pc:sldMkLst>
        <pc:spChg chg="add del mod">
          <ac:chgData name="Adam Watkin" userId="S::adam.watkin@utcleeds.co.uk::367a0140-5d2d-41f2-baad-61c34010bc9d" providerId="AD" clId="Web-{E4F5F3CD-CD94-F9DA-54AF-8264AAE5A308}" dt="2025-09-02T08:15:25.467" v="192"/>
          <ac:spMkLst>
            <pc:docMk/>
            <pc:sldMk cId="2383251240" sldId="264"/>
            <ac:spMk id="7" creationId="{140FB62B-4327-AA55-553E-A858C36C3E1D}"/>
          </ac:spMkLst>
        </pc:spChg>
        <pc:picChg chg="add mod ord">
          <ac:chgData name="Adam Watkin" userId="S::adam.watkin@utcleeds.co.uk::367a0140-5d2d-41f2-baad-61c34010bc9d" providerId="AD" clId="Web-{E4F5F3CD-CD94-F9DA-54AF-8264AAE5A308}" dt="2025-09-02T08:15:32.482" v="195" actId="1076"/>
          <ac:picMkLst>
            <pc:docMk/>
            <pc:sldMk cId="2383251240" sldId="264"/>
            <ac:picMk id="8" creationId="{F4133B38-6AC4-9815-18F5-613124172C8C}"/>
          </ac:picMkLst>
        </pc:picChg>
        <pc:picChg chg="del">
          <ac:chgData name="Adam Watkin" userId="S::adam.watkin@utcleeds.co.uk::367a0140-5d2d-41f2-baad-61c34010bc9d" providerId="AD" clId="Web-{E4F5F3CD-CD94-F9DA-54AF-8264AAE5A308}" dt="2025-09-02T08:15:23.636" v="191"/>
          <ac:picMkLst>
            <pc:docMk/>
            <pc:sldMk cId="2383251240" sldId="264"/>
            <ac:picMk id="10" creationId="{047CDAFE-B6BB-B1FB-0384-864C946DA5EA}"/>
          </ac:picMkLst>
        </pc:picChg>
      </pc:sldChg>
      <pc:sldChg chg="modSp add del">
        <pc:chgData name="Adam Watkin" userId="S::adam.watkin@utcleeds.co.uk::367a0140-5d2d-41f2-baad-61c34010bc9d" providerId="AD" clId="Web-{E4F5F3CD-CD94-F9DA-54AF-8264AAE5A308}" dt="2025-09-02T08:22:44.042" v="275" actId="20577"/>
        <pc:sldMkLst>
          <pc:docMk/>
          <pc:sldMk cId="1903130502" sldId="265"/>
        </pc:sldMkLst>
        <pc:spChg chg="mod">
          <ac:chgData name="Adam Watkin" userId="S::adam.watkin@utcleeds.co.uk::367a0140-5d2d-41f2-baad-61c34010bc9d" providerId="AD" clId="Web-{E4F5F3CD-CD94-F9DA-54AF-8264AAE5A308}" dt="2025-09-02T08:22:44.042" v="275" actId="20577"/>
          <ac:spMkLst>
            <pc:docMk/>
            <pc:sldMk cId="1903130502" sldId="265"/>
            <ac:spMk id="3" creationId="{99B00973-7570-1670-BD51-9D4E301340C7}"/>
          </ac:spMkLst>
        </pc:spChg>
      </pc:sldChg>
      <pc:sldChg chg="add del">
        <pc:chgData name="Adam Watkin" userId="S::adam.watkin@utcleeds.co.uk::367a0140-5d2d-41f2-baad-61c34010bc9d" providerId="AD" clId="Web-{E4F5F3CD-CD94-F9DA-54AF-8264AAE5A308}" dt="2025-09-02T08:08:30.536" v="28"/>
        <pc:sldMkLst>
          <pc:docMk/>
          <pc:sldMk cId="1993675980" sldId="266"/>
        </pc:sldMkLst>
      </pc:sldChg>
      <pc:sldChg chg="modSp add del">
        <pc:chgData name="Adam Watkin" userId="S::adam.watkin@utcleeds.co.uk::367a0140-5d2d-41f2-baad-61c34010bc9d" providerId="AD" clId="Web-{E4F5F3CD-CD94-F9DA-54AF-8264AAE5A308}" dt="2025-09-02T08:22:04.636" v="260" actId="20577"/>
        <pc:sldMkLst>
          <pc:docMk/>
          <pc:sldMk cId="2519247033" sldId="267"/>
        </pc:sldMkLst>
        <pc:spChg chg="mod">
          <ac:chgData name="Adam Watkin" userId="S::adam.watkin@utcleeds.co.uk::367a0140-5d2d-41f2-baad-61c34010bc9d" providerId="AD" clId="Web-{E4F5F3CD-CD94-F9DA-54AF-8264AAE5A308}" dt="2025-09-02T08:22:04.636" v="260" actId="20577"/>
          <ac:spMkLst>
            <pc:docMk/>
            <pc:sldMk cId="2519247033" sldId="267"/>
            <ac:spMk id="3" creationId="{3B1052CA-6614-F2E1-2353-F0F4CF66EAA8}"/>
          </ac:spMkLst>
        </pc:spChg>
      </pc:sldChg>
    </pc:docChg>
  </pc:docChgLst>
  <pc:docChgLst>
    <pc:chgData clId="Web-{D72D44CF-BB7F-1C21-8DE6-04CF540AFBFA}"/>
    <pc:docChg chg="modSld">
      <pc:chgData name="" userId="" providerId="" clId="Web-{D72D44CF-BB7F-1C21-8DE6-04CF540AFBFA}" dt="2025-06-18T08:07:34.168" v="5" actId="20577"/>
      <pc:docMkLst>
        <pc:docMk/>
      </pc:docMkLst>
      <pc:sldChg chg="modSp">
        <pc:chgData name="" userId="" providerId="" clId="Web-{D72D44CF-BB7F-1C21-8DE6-04CF540AFBFA}" dt="2025-06-18T08:07:34.168" v="5" actId="20577"/>
        <pc:sldMkLst>
          <pc:docMk/>
          <pc:sldMk cId="109857222" sldId="256"/>
        </pc:sldMkLst>
      </pc:sldChg>
    </pc:docChg>
  </pc:docChgLst>
  <pc:docChgLst>
    <pc:chgData name="Adam Watkin" userId="S::adam.watkin@utcleeds.co.uk::367a0140-5d2d-41f2-baad-61c34010bc9d" providerId="AD" clId="Web-{D72D44CF-BB7F-1C21-8DE6-04CF540AFBFA}"/>
    <pc:docChg chg="addSld modSld addMainMaster delMainMaster">
      <pc:chgData name="Adam Watkin" userId="S::adam.watkin@utcleeds.co.uk::367a0140-5d2d-41f2-baad-61c34010bc9d" providerId="AD" clId="Web-{D72D44CF-BB7F-1C21-8DE6-04CF540AFBFA}" dt="2025-06-18T08:09:03.030" v="26"/>
      <pc:docMkLst>
        <pc:docMk/>
      </pc:docMkLst>
      <pc:sldChg chg="modSp mod modClrScheme chgLayout">
        <pc:chgData name="Adam Watkin" userId="S::adam.watkin@utcleeds.co.uk::367a0140-5d2d-41f2-baad-61c34010bc9d" providerId="AD" clId="Web-{D72D44CF-BB7F-1C21-8DE6-04CF540AFBFA}" dt="2025-06-18T08:08:52.498" v="25"/>
        <pc:sldMkLst>
          <pc:docMk/>
          <pc:sldMk cId="109857222" sldId="256"/>
        </pc:sldMkLst>
      </pc:sldChg>
      <pc:sldChg chg="new">
        <pc:chgData name="Adam Watkin" userId="S::adam.watkin@utcleeds.co.uk::367a0140-5d2d-41f2-baad-61c34010bc9d" providerId="AD" clId="Web-{D72D44CF-BB7F-1C21-8DE6-04CF540AFBFA}" dt="2025-06-18T08:09:03.030" v="26"/>
        <pc:sldMkLst>
          <pc:docMk/>
          <pc:sldMk cId="4175347911" sldId="257"/>
        </pc:sldMkLst>
      </pc:sldChg>
      <pc:sldMasterChg chg="del delSldLayout">
        <pc:chgData name="Adam Watkin" userId="S::adam.watkin@utcleeds.co.uk::367a0140-5d2d-41f2-baad-61c34010bc9d" providerId="AD" clId="Web-{D72D44CF-BB7F-1C21-8DE6-04CF540AFBFA}" dt="2025-06-18T08:08:52.498" v="25"/>
        <pc:sldMasterMkLst>
          <pc:docMk/>
          <pc:sldMasterMk cId="2460954070" sldId="2147483660"/>
        </pc:sldMasterMkLst>
        <pc:sldLayoutChg chg="del">
          <pc:chgData name="Adam Watkin" userId="S::adam.watkin@utcleeds.co.uk::367a0140-5d2d-41f2-baad-61c34010bc9d" providerId="AD" clId="Web-{D72D44CF-BB7F-1C21-8DE6-04CF540AFBFA}" dt="2025-06-18T08:08:52.498" v="25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Adam Watkin" userId="S::adam.watkin@utcleeds.co.uk::367a0140-5d2d-41f2-baad-61c34010bc9d" providerId="AD" clId="Web-{D72D44CF-BB7F-1C21-8DE6-04CF540AFBFA}" dt="2025-06-18T08:08:52.498" v="25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Adam Watkin" userId="S::adam.watkin@utcleeds.co.uk::367a0140-5d2d-41f2-baad-61c34010bc9d" providerId="AD" clId="Web-{D72D44CF-BB7F-1C21-8DE6-04CF540AFBFA}" dt="2025-06-18T08:08:52.498" v="25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Adam Watkin" userId="S::adam.watkin@utcleeds.co.uk::367a0140-5d2d-41f2-baad-61c34010bc9d" providerId="AD" clId="Web-{D72D44CF-BB7F-1C21-8DE6-04CF540AFBFA}" dt="2025-06-18T08:08:52.498" v="25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Adam Watkin" userId="S::adam.watkin@utcleeds.co.uk::367a0140-5d2d-41f2-baad-61c34010bc9d" providerId="AD" clId="Web-{D72D44CF-BB7F-1C21-8DE6-04CF540AFBFA}" dt="2025-06-18T08:08:52.498" v="25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Adam Watkin" userId="S::adam.watkin@utcleeds.co.uk::367a0140-5d2d-41f2-baad-61c34010bc9d" providerId="AD" clId="Web-{D72D44CF-BB7F-1C21-8DE6-04CF540AFBFA}" dt="2025-06-18T08:08:52.498" v="25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Adam Watkin" userId="S::adam.watkin@utcleeds.co.uk::367a0140-5d2d-41f2-baad-61c34010bc9d" providerId="AD" clId="Web-{D72D44CF-BB7F-1C21-8DE6-04CF540AFBFA}" dt="2025-06-18T08:08:52.498" v="25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Adam Watkin" userId="S::adam.watkin@utcleeds.co.uk::367a0140-5d2d-41f2-baad-61c34010bc9d" providerId="AD" clId="Web-{D72D44CF-BB7F-1C21-8DE6-04CF540AFBFA}" dt="2025-06-18T08:08:52.498" v="25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Adam Watkin" userId="S::adam.watkin@utcleeds.co.uk::367a0140-5d2d-41f2-baad-61c34010bc9d" providerId="AD" clId="Web-{D72D44CF-BB7F-1C21-8DE6-04CF540AFBFA}" dt="2025-06-18T08:08:52.498" v="25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Adam Watkin" userId="S::adam.watkin@utcleeds.co.uk::367a0140-5d2d-41f2-baad-61c34010bc9d" providerId="AD" clId="Web-{D72D44CF-BB7F-1C21-8DE6-04CF540AFBFA}" dt="2025-06-18T08:08:52.498" v="25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Adam Watkin" userId="S::adam.watkin@utcleeds.co.uk::367a0140-5d2d-41f2-baad-61c34010bc9d" providerId="AD" clId="Web-{D72D44CF-BB7F-1C21-8DE6-04CF540AFBFA}" dt="2025-06-18T08:08:52.498" v="25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 modSldLayout">
        <pc:chgData name="Adam Watkin" userId="S::adam.watkin@utcleeds.co.uk::367a0140-5d2d-41f2-baad-61c34010bc9d" providerId="AD" clId="Web-{D72D44CF-BB7F-1C21-8DE6-04CF540AFBFA}" dt="2025-06-18T08:08:52.498" v="25"/>
        <pc:sldMasterMkLst>
          <pc:docMk/>
          <pc:sldMasterMk cId="2633211718" sldId="2147483672"/>
        </pc:sldMasterMkLst>
        <pc:sldLayoutChg chg="add mod replId">
          <pc:chgData name="Adam Watkin" userId="S::adam.watkin@utcleeds.co.uk::367a0140-5d2d-41f2-baad-61c34010bc9d" providerId="AD" clId="Web-{D72D44CF-BB7F-1C21-8DE6-04CF540AFBFA}" dt="2025-06-18T08:08:52.498" v="25"/>
          <pc:sldLayoutMkLst>
            <pc:docMk/>
            <pc:sldMasterMk cId="2633211718" sldId="2147483672"/>
            <pc:sldLayoutMk cId="95561716" sldId="2147483673"/>
          </pc:sldLayoutMkLst>
        </pc:sldLayoutChg>
        <pc:sldLayoutChg chg="add mod replId">
          <pc:chgData name="Adam Watkin" userId="S::adam.watkin@utcleeds.co.uk::367a0140-5d2d-41f2-baad-61c34010bc9d" providerId="AD" clId="Web-{D72D44CF-BB7F-1C21-8DE6-04CF540AFBFA}" dt="2025-06-18T08:08:52.498" v="25"/>
          <pc:sldLayoutMkLst>
            <pc:docMk/>
            <pc:sldMasterMk cId="2633211718" sldId="2147483672"/>
            <pc:sldLayoutMk cId="3669815888" sldId="2147483674"/>
          </pc:sldLayoutMkLst>
        </pc:sldLayoutChg>
        <pc:sldLayoutChg chg="add mod replId">
          <pc:chgData name="Adam Watkin" userId="S::adam.watkin@utcleeds.co.uk::367a0140-5d2d-41f2-baad-61c34010bc9d" providerId="AD" clId="Web-{D72D44CF-BB7F-1C21-8DE6-04CF540AFBFA}" dt="2025-06-18T08:08:52.498" v="25"/>
          <pc:sldLayoutMkLst>
            <pc:docMk/>
            <pc:sldMasterMk cId="2633211718" sldId="2147483672"/>
            <pc:sldLayoutMk cId="2205765989" sldId="2147483675"/>
          </pc:sldLayoutMkLst>
        </pc:sldLayoutChg>
        <pc:sldLayoutChg chg="add mod replId">
          <pc:chgData name="Adam Watkin" userId="S::adam.watkin@utcleeds.co.uk::367a0140-5d2d-41f2-baad-61c34010bc9d" providerId="AD" clId="Web-{D72D44CF-BB7F-1C21-8DE6-04CF540AFBFA}" dt="2025-06-18T08:08:52.498" v="25"/>
          <pc:sldLayoutMkLst>
            <pc:docMk/>
            <pc:sldMasterMk cId="2633211718" sldId="2147483672"/>
            <pc:sldLayoutMk cId="1023760886" sldId="2147483676"/>
          </pc:sldLayoutMkLst>
        </pc:sldLayoutChg>
        <pc:sldLayoutChg chg="add mod replId">
          <pc:chgData name="Adam Watkin" userId="S::adam.watkin@utcleeds.co.uk::367a0140-5d2d-41f2-baad-61c34010bc9d" providerId="AD" clId="Web-{D72D44CF-BB7F-1C21-8DE6-04CF540AFBFA}" dt="2025-06-18T08:08:52.498" v="25"/>
          <pc:sldLayoutMkLst>
            <pc:docMk/>
            <pc:sldMasterMk cId="2633211718" sldId="2147483672"/>
            <pc:sldLayoutMk cId="1335098639" sldId="2147483677"/>
          </pc:sldLayoutMkLst>
        </pc:sldLayoutChg>
        <pc:sldLayoutChg chg="add mod replId">
          <pc:chgData name="Adam Watkin" userId="S::adam.watkin@utcleeds.co.uk::367a0140-5d2d-41f2-baad-61c34010bc9d" providerId="AD" clId="Web-{D72D44CF-BB7F-1C21-8DE6-04CF540AFBFA}" dt="2025-06-18T08:08:52.498" v="25"/>
          <pc:sldLayoutMkLst>
            <pc:docMk/>
            <pc:sldMasterMk cId="2633211718" sldId="2147483672"/>
            <pc:sldLayoutMk cId="908578814" sldId="2147483678"/>
          </pc:sldLayoutMkLst>
        </pc:sldLayoutChg>
        <pc:sldLayoutChg chg="add mod replId">
          <pc:chgData name="Adam Watkin" userId="S::adam.watkin@utcleeds.co.uk::367a0140-5d2d-41f2-baad-61c34010bc9d" providerId="AD" clId="Web-{D72D44CF-BB7F-1C21-8DE6-04CF540AFBFA}" dt="2025-06-18T08:08:52.498" v="25"/>
          <pc:sldLayoutMkLst>
            <pc:docMk/>
            <pc:sldMasterMk cId="2633211718" sldId="2147483672"/>
            <pc:sldLayoutMk cId="2673622569" sldId="2147483679"/>
          </pc:sldLayoutMkLst>
        </pc:sldLayoutChg>
        <pc:sldLayoutChg chg="add mod replId">
          <pc:chgData name="Adam Watkin" userId="S::adam.watkin@utcleeds.co.uk::367a0140-5d2d-41f2-baad-61c34010bc9d" providerId="AD" clId="Web-{D72D44CF-BB7F-1C21-8DE6-04CF540AFBFA}" dt="2025-06-18T08:08:52.498" v="25"/>
          <pc:sldLayoutMkLst>
            <pc:docMk/>
            <pc:sldMasterMk cId="2633211718" sldId="2147483672"/>
            <pc:sldLayoutMk cId="3710153197" sldId="2147483680"/>
          </pc:sldLayoutMkLst>
        </pc:sldLayoutChg>
        <pc:sldLayoutChg chg="add mod replId">
          <pc:chgData name="Adam Watkin" userId="S::adam.watkin@utcleeds.co.uk::367a0140-5d2d-41f2-baad-61c34010bc9d" providerId="AD" clId="Web-{D72D44CF-BB7F-1C21-8DE6-04CF540AFBFA}" dt="2025-06-18T08:08:52.498" v="25"/>
          <pc:sldLayoutMkLst>
            <pc:docMk/>
            <pc:sldMasterMk cId="2633211718" sldId="2147483672"/>
            <pc:sldLayoutMk cId="3603993848" sldId="2147483681"/>
          </pc:sldLayoutMkLst>
        </pc:sldLayoutChg>
        <pc:sldLayoutChg chg="add mod replId">
          <pc:chgData name="Adam Watkin" userId="S::adam.watkin@utcleeds.co.uk::367a0140-5d2d-41f2-baad-61c34010bc9d" providerId="AD" clId="Web-{D72D44CF-BB7F-1C21-8DE6-04CF540AFBFA}" dt="2025-06-18T08:08:52.498" v="25"/>
          <pc:sldLayoutMkLst>
            <pc:docMk/>
            <pc:sldMasterMk cId="2633211718" sldId="2147483672"/>
            <pc:sldLayoutMk cId="3813770909" sldId="2147483682"/>
          </pc:sldLayoutMkLst>
        </pc:sldLayoutChg>
        <pc:sldLayoutChg chg="add mod replId">
          <pc:chgData name="Adam Watkin" userId="S::adam.watkin@utcleeds.co.uk::367a0140-5d2d-41f2-baad-61c34010bc9d" providerId="AD" clId="Web-{D72D44CF-BB7F-1C21-8DE6-04CF540AFBFA}" dt="2025-06-18T08:08:52.498" v="25"/>
          <pc:sldLayoutMkLst>
            <pc:docMk/>
            <pc:sldMasterMk cId="2633211718" sldId="2147483672"/>
            <pc:sldLayoutMk cId="3085154525" sldId="214748368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61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815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765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760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098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578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622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153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993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770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154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211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Results – The good, the bad and the ugly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284E4-75EE-9D65-3DC3-BEBD943E3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– Really please with you all!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7674F-0BF4-CD5B-06B2-ACF1DD00C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Core Exams: Ranged from E up to B grades</a:t>
            </a:r>
          </a:p>
          <a:p>
            <a:endParaRPr lang="en-US" dirty="0"/>
          </a:p>
          <a:p>
            <a:r>
              <a:rPr lang="en-US" dirty="0"/>
              <a:t>ESP was the strongest point: Ranged from C up to A* grade</a:t>
            </a:r>
          </a:p>
          <a:p>
            <a:endParaRPr lang="en-US" dirty="0"/>
          </a:p>
          <a:p>
            <a:r>
              <a:rPr lang="en-US" dirty="0"/>
              <a:t>Overall was really positive: Ranged from D up to B grade. </a:t>
            </a:r>
          </a:p>
          <a:p>
            <a:endParaRPr lang="en-US" dirty="0"/>
          </a:p>
          <a:p>
            <a:r>
              <a:rPr lang="en-US" dirty="0"/>
              <a:t>Literally couldn’t have asked for more from you all!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D77E2-6D47-D6F0-CD1F-19651DB67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CA3FB-F274-4968-AE35-D3F90C076703}" type="datetime1">
              <a:t>9/2/2025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0EBD8-779D-C013-8CB1-5866BC52C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2A105-9B7F-DE82-53A2-72013B9B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976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BB753-94FB-2B65-A46C-7EA3390C1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Exams grade boundaries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071A261-135A-4789-9522-F29A7EF307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4694567"/>
              </p:ext>
            </p:extLst>
          </p:nvPr>
        </p:nvGraphicFramePr>
        <p:xfrm>
          <a:off x="1430338" y="2286000"/>
          <a:ext cx="9237654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6406">
                  <a:extLst>
                    <a:ext uri="{9D8B030D-6E8A-4147-A177-3AD203B41FA5}">
                      <a16:colId xmlns:a16="http://schemas.microsoft.com/office/drawing/2014/main" val="3780802221"/>
                    </a:ext>
                  </a:extLst>
                </a:gridCol>
                <a:gridCol w="1026406">
                  <a:extLst>
                    <a:ext uri="{9D8B030D-6E8A-4147-A177-3AD203B41FA5}">
                      <a16:colId xmlns:a16="http://schemas.microsoft.com/office/drawing/2014/main" val="1951154442"/>
                    </a:ext>
                  </a:extLst>
                </a:gridCol>
                <a:gridCol w="1026406">
                  <a:extLst>
                    <a:ext uri="{9D8B030D-6E8A-4147-A177-3AD203B41FA5}">
                      <a16:colId xmlns:a16="http://schemas.microsoft.com/office/drawing/2014/main" val="2992851693"/>
                    </a:ext>
                  </a:extLst>
                </a:gridCol>
                <a:gridCol w="1026406">
                  <a:extLst>
                    <a:ext uri="{9D8B030D-6E8A-4147-A177-3AD203B41FA5}">
                      <a16:colId xmlns:a16="http://schemas.microsoft.com/office/drawing/2014/main" val="1036708154"/>
                    </a:ext>
                  </a:extLst>
                </a:gridCol>
                <a:gridCol w="1026406">
                  <a:extLst>
                    <a:ext uri="{9D8B030D-6E8A-4147-A177-3AD203B41FA5}">
                      <a16:colId xmlns:a16="http://schemas.microsoft.com/office/drawing/2014/main" val="1325078912"/>
                    </a:ext>
                  </a:extLst>
                </a:gridCol>
                <a:gridCol w="1026406">
                  <a:extLst>
                    <a:ext uri="{9D8B030D-6E8A-4147-A177-3AD203B41FA5}">
                      <a16:colId xmlns:a16="http://schemas.microsoft.com/office/drawing/2014/main" val="3331350921"/>
                    </a:ext>
                  </a:extLst>
                </a:gridCol>
                <a:gridCol w="1026406">
                  <a:extLst>
                    <a:ext uri="{9D8B030D-6E8A-4147-A177-3AD203B41FA5}">
                      <a16:colId xmlns:a16="http://schemas.microsoft.com/office/drawing/2014/main" val="1791692195"/>
                    </a:ext>
                  </a:extLst>
                </a:gridCol>
                <a:gridCol w="1026406">
                  <a:extLst>
                    <a:ext uri="{9D8B030D-6E8A-4147-A177-3AD203B41FA5}">
                      <a16:colId xmlns:a16="http://schemas.microsoft.com/office/drawing/2014/main" val="1771195635"/>
                    </a:ext>
                  </a:extLst>
                </a:gridCol>
                <a:gridCol w="1026406">
                  <a:extLst>
                    <a:ext uri="{9D8B030D-6E8A-4147-A177-3AD203B41FA5}">
                      <a16:colId xmlns:a16="http://schemas.microsoft.com/office/drawing/2014/main" val="2396793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Max 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424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81 </a:t>
                      </a: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(-1)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 </a:t>
                      </a: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(-2)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 </a:t>
                      </a: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(-2)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601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30061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F1FC0-FA08-F368-F101-6A6A6FBD5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D95A3-8F33-4529-8984-588C0D1ECB17}" type="datetime1">
              <a:t>9/2/2025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A593E-EDE0-78E1-3F84-3DA76B741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46E12-C2B8-463B-6CC4-4D96A90AC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299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894B0-2D74-AF26-8B81-99B4B5578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ESP grade Boundaries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8552496-BD0E-1339-3FD0-B46EB88772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553625"/>
              </p:ext>
            </p:extLst>
          </p:nvPr>
        </p:nvGraphicFramePr>
        <p:xfrm>
          <a:off x="1431073" y="2286000"/>
          <a:ext cx="9237645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6405">
                  <a:extLst>
                    <a:ext uri="{9D8B030D-6E8A-4147-A177-3AD203B41FA5}">
                      <a16:colId xmlns:a16="http://schemas.microsoft.com/office/drawing/2014/main" val="758192609"/>
                    </a:ext>
                  </a:extLst>
                </a:gridCol>
                <a:gridCol w="1026405">
                  <a:extLst>
                    <a:ext uri="{9D8B030D-6E8A-4147-A177-3AD203B41FA5}">
                      <a16:colId xmlns:a16="http://schemas.microsoft.com/office/drawing/2014/main" val="4115897224"/>
                    </a:ext>
                  </a:extLst>
                </a:gridCol>
                <a:gridCol w="1026405">
                  <a:extLst>
                    <a:ext uri="{9D8B030D-6E8A-4147-A177-3AD203B41FA5}">
                      <a16:colId xmlns:a16="http://schemas.microsoft.com/office/drawing/2014/main" val="3713388702"/>
                    </a:ext>
                  </a:extLst>
                </a:gridCol>
                <a:gridCol w="1026405">
                  <a:extLst>
                    <a:ext uri="{9D8B030D-6E8A-4147-A177-3AD203B41FA5}">
                      <a16:colId xmlns:a16="http://schemas.microsoft.com/office/drawing/2014/main" val="678764445"/>
                    </a:ext>
                  </a:extLst>
                </a:gridCol>
                <a:gridCol w="1026405">
                  <a:extLst>
                    <a:ext uri="{9D8B030D-6E8A-4147-A177-3AD203B41FA5}">
                      <a16:colId xmlns:a16="http://schemas.microsoft.com/office/drawing/2014/main" val="3787214337"/>
                    </a:ext>
                  </a:extLst>
                </a:gridCol>
                <a:gridCol w="1026405">
                  <a:extLst>
                    <a:ext uri="{9D8B030D-6E8A-4147-A177-3AD203B41FA5}">
                      <a16:colId xmlns:a16="http://schemas.microsoft.com/office/drawing/2014/main" val="808945819"/>
                    </a:ext>
                  </a:extLst>
                </a:gridCol>
                <a:gridCol w="1026405">
                  <a:extLst>
                    <a:ext uri="{9D8B030D-6E8A-4147-A177-3AD203B41FA5}">
                      <a16:colId xmlns:a16="http://schemas.microsoft.com/office/drawing/2014/main" val="402351005"/>
                    </a:ext>
                  </a:extLst>
                </a:gridCol>
                <a:gridCol w="1026405">
                  <a:extLst>
                    <a:ext uri="{9D8B030D-6E8A-4147-A177-3AD203B41FA5}">
                      <a16:colId xmlns:a16="http://schemas.microsoft.com/office/drawing/2014/main" val="916789003"/>
                    </a:ext>
                  </a:extLst>
                </a:gridCol>
                <a:gridCol w="1026405">
                  <a:extLst>
                    <a:ext uri="{9D8B030D-6E8A-4147-A177-3AD203B41FA5}">
                      <a16:colId xmlns:a16="http://schemas.microsoft.com/office/drawing/2014/main" val="2961936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Max 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7878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(+3)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69  </a:t>
                      </a:r>
                      <a:r>
                        <a:rPr lang="en-US" sz="1800" b="0" i="0" u="none" strike="noStrike" noProof="0" dirty="0">
                          <a:solidFill>
                            <a:srgbClr val="FF0000"/>
                          </a:solidFill>
                          <a:latin typeface="Aptos"/>
                        </a:rPr>
                        <a:t>(+3)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 </a:t>
                      </a:r>
                      <a:r>
                        <a:rPr lang="en-US" sz="1800" b="0" i="0" u="none" strike="noStrike" noProof="0" dirty="0">
                          <a:solidFill>
                            <a:srgbClr val="FF0000"/>
                          </a:solidFill>
                          <a:latin typeface="Aptos"/>
                        </a:rPr>
                        <a:t>(+3)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47 </a:t>
                      </a:r>
                      <a:r>
                        <a:rPr lang="en-US" sz="1800" b="0" i="0" u="none" strike="noStrike" noProof="0" dirty="0">
                          <a:solidFill>
                            <a:srgbClr val="FF0000"/>
                          </a:solidFill>
                          <a:latin typeface="Aptos"/>
                        </a:rPr>
                        <a:t>(+3)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36 </a:t>
                      </a:r>
                      <a:r>
                        <a:rPr lang="en-US" sz="1800" b="0" i="0" u="none" strike="noStrike" noProof="0" dirty="0">
                          <a:solidFill>
                            <a:srgbClr val="FF0000"/>
                          </a:solidFill>
                          <a:latin typeface="Aptos"/>
                        </a:rPr>
                        <a:t>(+3)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 </a:t>
                      </a:r>
                      <a:r>
                        <a:rPr lang="en-US" sz="1800" b="0" i="0" u="none" strike="noStrike" noProof="0" dirty="0">
                          <a:solidFill>
                            <a:srgbClr val="FF0000"/>
                          </a:solidFill>
                          <a:latin typeface="Aptos"/>
                        </a:rPr>
                        <a:t>(+3)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137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657207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485B1-869A-D02B-2CA9-B3FC9B52C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9229C-5EF1-42B3-8838-EBE9807D7A61}" type="datetime1">
              <a:t>9/2/2025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8CF48-8C44-74E7-0145-B4550E50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AA565-9836-04D7-268F-25B268F6C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335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EC78-6216-1B8E-3080-8D7FA2B50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National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D9FB3-92AD-E593-DC2A-6D88D5F8C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B654-5EDB-44F4-AA80-D7CA5E00FDEE}" type="datetime1">
              <a:t>9/2/2025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C2C1F-866E-9A53-3547-CCED51092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E072C-3FDF-1F9C-79AE-C95EECEDE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5</a:t>
            </a:fld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00C228B-F753-5015-AC07-B1986D36FB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57040" y="264454"/>
            <a:ext cx="6450748" cy="644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427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DF20C-2628-391F-327C-2B59C49D6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D5780-7CA9-7D90-D7FC-B3E199046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BC794-A4D3-4AC6-B3BB-29EBE728FB41}" type="datetime1">
              <a:t>9/2/2025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AC61A-E3EC-F02B-ED45-B1D0947A8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DC451-1181-03C2-A023-B973024B1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6</a:t>
            </a:fld>
            <a:endParaRPr lang="en-US" dirty="0"/>
          </a:p>
        </p:txBody>
      </p:sp>
      <p:pic>
        <p:nvPicPr>
          <p:cNvPr id="8" name="Content Placeholder 7" descr="A screenshot of a graph&#10;&#10;AI-generated content may be incorrect.">
            <a:extLst>
              <a:ext uri="{FF2B5EF4-FFF2-40B4-BE49-F238E27FC236}">
                <a16:creationId xmlns:a16="http://schemas.microsoft.com/office/drawing/2014/main" id="{F4133B38-6AC4-9815-18F5-613124172C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0343" y="2501339"/>
            <a:ext cx="10611314" cy="1856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251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376AF-3794-02BD-9BF0-3C8B2950E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 we sit against national?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00973-7570-1670-BD51-9D4E30134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Of the 8 of you taking core last year?</a:t>
            </a:r>
          </a:p>
          <a:p>
            <a:endParaRPr lang="en-US" dirty="0"/>
          </a:p>
          <a:p>
            <a:r>
              <a:rPr lang="en-US" dirty="0"/>
              <a:t>We have: </a:t>
            </a:r>
          </a:p>
          <a:p>
            <a:pPr lvl="1"/>
            <a:r>
              <a:rPr lang="en-US" dirty="0"/>
              <a:t>4 x Grade D (31% of our cohort) </a:t>
            </a:r>
            <a:endParaRPr lang="en-US" b="0" dirty="0"/>
          </a:p>
          <a:p>
            <a:pPr lvl="1"/>
            <a:r>
              <a:rPr lang="en-US" dirty="0"/>
              <a:t>6 x Grade C (46% of our cohort)</a:t>
            </a:r>
          </a:p>
          <a:p>
            <a:pPr lvl="1"/>
            <a:r>
              <a:rPr lang="en-US" dirty="0"/>
              <a:t>2 x Grade B (15% of our cohort) </a:t>
            </a:r>
          </a:p>
          <a:p>
            <a:pPr lvl="1" indent="0">
              <a:buFontTx/>
              <a:buNone/>
            </a:pPr>
            <a:endParaRPr lang="en-US" dirty="0"/>
          </a:p>
          <a:p>
            <a:pPr lvl="1"/>
            <a:r>
              <a:rPr lang="en-US"/>
              <a:t>This means, we are largely inline with national picture!</a:t>
            </a:r>
          </a:p>
          <a:p>
            <a:pPr lvl="1"/>
            <a:r>
              <a:rPr lang="en-US" dirty="0"/>
              <a:t>Nationally, the average Female grade was a C and the Male grade was a D. </a:t>
            </a:r>
          </a:p>
          <a:p>
            <a:pPr marL="0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95E32-B831-9C3E-61A6-7AD11A180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EBEC5-D459-4B43-9DE1-C4F85BDCBE5A}" type="datetime1">
              <a:t>9/2/2025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0E576-3FA7-B644-0C7D-AA3EC8A31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0BE27-05A6-ADD5-E4E5-165D03BF0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130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CC376-0F6C-5896-83C2-2AF9AD347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does it leave you for this year?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D88F5AB-0BFB-5F45-C07B-FBAA2409B83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965373" y="2506336"/>
          <a:ext cx="6158624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876">
                  <a:extLst>
                    <a:ext uri="{9D8B030D-6E8A-4147-A177-3AD203B41FA5}">
                      <a16:colId xmlns:a16="http://schemas.microsoft.com/office/drawing/2014/main" val="2066745168"/>
                    </a:ext>
                  </a:extLst>
                </a:gridCol>
                <a:gridCol w="855944">
                  <a:extLst>
                    <a:ext uri="{9D8B030D-6E8A-4147-A177-3AD203B41FA5}">
                      <a16:colId xmlns:a16="http://schemas.microsoft.com/office/drawing/2014/main" val="3302881233"/>
                    </a:ext>
                  </a:extLst>
                </a:gridCol>
                <a:gridCol w="1471805">
                  <a:extLst>
                    <a:ext uri="{9D8B030D-6E8A-4147-A177-3AD203B41FA5}">
                      <a16:colId xmlns:a16="http://schemas.microsoft.com/office/drawing/2014/main" val="3775143380"/>
                    </a:ext>
                  </a:extLst>
                </a:gridCol>
                <a:gridCol w="1492684">
                  <a:extLst>
                    <a:ext uri="{9D8B030D-6E8A-4147-A177-3AD203B41FA5}">
                      <a16:colId xmlns:a16="http://schemas.microsoft.com/office/drawing/2014/main" val="1792315031"/>
                    </a:ext>
                  </a:extLst>
                </a:gridCol>
                <a:gridCol w="1555315">
                  <a:extLst>
                    <a:ext uri="{9D8B030D-6E8A-4147-A177-3AD203B41FA5}">
                      <a16:colId xmlns:a16="http://schemas.microsoft.com/office/drawing/2014/main" val="28262316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Occupational Specialism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475963"/>
                  </a:ext>
                </a:extLst>
              </a:tr>
              <a:tr h="370840">
                <a:tc rowSpan="7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Distinction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Merit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82453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A*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Distinction 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Distinction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rade Gothic Next Light"/>
                        </a:rPr>
                        <a:t>Distinction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9162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rade Gothic Next Light"/>
                        </a:rPr>
                        <a:t>Distinction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rade Gothic Next Light"/>
                        </a:rPr>
                        <a:t>Distinction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Merit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79132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rade Gothic Next Light"/>
                        </a:rPr>
                        <a:t>Distinction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Merit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Merit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30921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Distinction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Merit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95529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Merit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Merit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34333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Merit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91785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9BA66-F3E4-070D-7314-48BB79811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E177C-9F66-46FD-AFF2-7771FADA6EF8}" type="datetime1">
              <a:t>9/2/2025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2BD9B-B811-34A6-7BA0-F8940F097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C6592-F206-43B5-41D2-51F32664F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675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89DD1-2278-A292-87C8-659CCA5B6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Re-sit options then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052CA-6614-F2E1-2353-F0F4CF66E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Core Exam – You will have to sit BOTH papers, with limited or no specialist teaching</a:t>
            </a:r>
          </a:p>
          <a:p>
            <a:r>
              <a:rPr lang="en-US" dirty="0"/>
              <a:t>ESP – Not worth it really as you did so well, but also with limited or no specialist teaching</a:t>
            </a:r>
          </a:p>
          <a:p>
            <a:endParaRPr lang="en-US" dirty="0"/>
          </a:p>
          <a:p>
            <a:r>
              <a:rPr lang="en-US" dirty="0"/>
              <a:t>College will pay for one re-sit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B8114-C6B7-D503-7BAA-2EF50322F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0809-067D-427E-8D26-1EA026464920}" type="datetime1">
              <a:t>9/2/2025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0AF08-6359-4F33-D8B6-46B4A2DC8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AB396-7B23-EA9F-D82C-C69945B4E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247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8AA2687650C7489F2FEF75993EAC27" ma:contentTypeVersion="15" ma:contentTypeDescription="Create a new document." ma:contentTypeScope="" ma:versionID="9bbc774d22934ba1f03737bccda322f0">
  <xsd:schema xmlns:xsd="http://www.w3.org/2001/XMLSchema" xmlns:xs="http://www.w3.org/2001/XMLSchema" xmlns:p="http://schemas.microsoft.com/office/2006/metadata/properties" xmlns:ns2="a04d4b19-f621-4c3c-bc2e-e56ad8b8266c" targetNamespace="http://schemas.microsoft.com/office/2006/metadata/properties" ma:root="true" ma:fieldsID="befb9d63c76dac9463b242c5b2faa9b0" ns2:_="">
    <xsd:import namespace="a04d4b19-f621-4c3c-bc2e-e56ad8b8266c"/>
    <xsd:element name="properties">
      <xsd:complexType>
        <xsd:sequence>
          <xsd:element name="documentManagement">
            <xsd:complexType>
              <xsd:all>
                <xsd:element ref="ns2:mcb57dbb60604ce6a1cb56bc7737ae97" minOccurs="0"/>
                <xsd:element ref="ns2:TaxCatchAll" minOccurs="0"/>
                <xsd:element ref="ns2:a90ffa40902743bb99d67678a74fff05" minOccurs="0"/>
                <xsd:element ref="ns2:b3f45adbdd2a47258628f32c9c148486" minOccurs="0"/>
                <xsd:element ref="ns2:nb57963f19db43999fe03d95719ba5d2" minOccurs="0"/>
                <xsd:element ref="ns2:PersonalIdentificationData" minOccurs="0"/>
                <xsd:element ref="ns2:KeyStage" minOccurs="0"/>
                <xsd:element ref="ns2:Year" minOccurs="0"/>
                <xsd:element ref="ns2:Lesson" minOccurs="0"/>
                <xsd:element ref="ns2:CustomTags" minOccurs="0"/>
                <xsd:element ref="ns2:CurriculumSubjec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4d4b19-f621-4c3c-bc2e-e56ad8b8266c" elementFormDefault="qualified">
    <xsd:import namespace="http://schemas.microsoft.com/office/2006/documentManagement/types"/>
    <xsd:import namespace="http://schemas.microsoft.com/office/infopath/2007/PartnerControls"/>
    <xsd:element name="mcb57dbb60604ce6a1cb56bc7737ae97" ma:index="9" nillable="true" ma:taxonomy="true" ma:internalName="mcb57dbb60604ce6a1cb56bc7737ae97" ma:taxonomyFieldName="Topic" ma:displayName="Topic" ma:fieldId="{6cb57dbb-6060-4ce6-a1cb-56bc7737ae97}" ma:sspId="d1e1aebe-9980-4bd8-bca9-3cd8b19c1a26" ma:termSetId="71e609f5-4776-43e8-8bfd-5da4a1b1d25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17978799-9331-4147-b6f4-65d46b2e75e0}" ma:internalName="TaxCatchAll" ma:showField="CatchAllData" ma:web="a04d4b19-f621-4c3c-bc2e-e56ad8b8266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a90ffa40902743bb99d67678a74fff05" ma:index="12" nillable="true" ma:taxonomy="true" ma:internalName="a90ffa40902743bb99d67678a74fff05" ma:taxonomyFieldName="Exam_x0020_Board" ma:displayName="Exam Board" ma:fieldId="{a90ffa40-9027-43bb-99d6-7678a74fff05}" ma:sspId="d1e1aebe-9980-4bd8-bca9-3cd8b19c1a26" ma:termSetId="e02c9b1f-1fde-4376-8025-8fa9567ac8b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b3f45adbdd2a47258628f32c9c148486" ma:index="14" nillable="true" ma:taxonomy="true" ma:internalName="b3f45adbdd2a47258628f32c9c148486" ma:taxonomyFieldName="Week" ma:displayName="Week" ma:fieldId="{b3f45adb-dd2a-4725-8628-f32c9c148486}" ma:sspId="d1e1aebe-9980-4bd8-bca9-3cd8b19c1a26" ma:termSetId="831d8c1a-a70e-4f31-aebe-526f4506a9a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b57963f19db43999fe03d95719ba5d2" ma:index="16" nillable="true" ma:taxonomy="true" ma:internalName="nb57963f19db43999fe03d95719ba5d2" ma:taxonomyFieldName="Term" ma:displayName="Term" ma:fieldId="{7b57963f-19db-4399-9fe0-3d95719ba5d2}" ma:sspId="d1e1aebe-9980-4bd8-bca9-3cd8b19c1a26" ma:termSetId="9a8ac47f-3a28-4f5d-ac1e-a09b65b5560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PersonalIdentificationData" ma:index="17" nillable="true" ma:displayName="Personal Identification Data" ma:internalName="Personal_x0020_Identification_x0020_Data">
      <xsd:simpleType>
        <xsd:restriction base="dms:Choice">
          <xsd:enumeration value="No"/>
          <xsd:enumeration value="Yes"/>
        </xsd:restriction>
      </xsd:simpleType>
    </xsd:element>
    <xsd:element name="KeyStage" ma:index="18" nillable="true" ma:displayName="Key Stage" ma:internalName="Key_x0020_Stage">
      <xsd:simpleType>
        <xsd:restriction base="dms:Text"/>
      </xsd:simpleType>
    </xsd:element>
    <xsd:element name="Year" ma:index="19" nillable="true" ma:displayName="Year" ma:internalName="Year">
      <xsd:simpleType>
        <xsd:restriction base="dms:Text"/>
      </xsd:simpleType>
    </xsd:element>
    <xsd:element name="Lesson" ma:index="20" nillable="true" ma:displayName="Lesson" ma:internalName="Lesson">
      <xsd:simpleType>
        <xsd:restriction base="dms:Text"/>
      </xsd:simpleType>
    </xsd:element>
    <xsd:element name="CustomTags" ma:index="21" nillable="true" ma:displayName="Custom Tags" ma:internalName="Custom_x0020_Tags">
      <xsd:simpleType>
        <xsd:restriction base="dms:Text"/>
      </xsd:simpleType>
    </xsd:element>
    <xsd:element name="CurriculumSubject" ma:index="22" nillable="true" ma:displayName="Curriculum Subject" ma:default="T-level Digital" ma:internalName="Curriculum_x0020_Subject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urriculumSubject xmlns="a04d4b19-f621-4c3c-bc2e-e56ad8b8266c">T-level Digital</CurriculumSubject>
    <a90ffa40902743bb99d67678a74fff05 xmlns="a04d4b19-f621-4c3c-bc2e-e56ad8b8266c">
      <Terms xmlns="http://schemas.microsoft.com/office/infopath/2007/PartnerControls"/>
    </a90ffa40902743bb99d67678a74fff05>
    <nb57963f19db43999fe03d95719ba5d2 xmlns="a04d4b19-f621-4c3c-bc2e-e56ad8b8266c">
      <Terms xmlns="http://schemas.microsoft.com/office/infopath/2007/PartnerControls"/>
    </nb57963f19db43999fe03d95719ba5d2>
    <Year xmlns="a04d4b19-f621-4c3c-bc2e-e56ad8b8266c" xsi:nil="true"/>
    <KeyStage xmlns="a04d4b19-f621-4c3c-bc2e-e56ad8b8266c" xsi:nil="true"/>
    <PersonalIdentificationData xmlns="a04d4b19-f621-4c3c-bc2e-e56ad8b8266c" xsi:nil="true"/>
    <TaxCatchAll xmlns="a04d4b19-f621-4c3c-bc2e-e56ad8b8266c" xsi:nil="true"/>
    <Lesson xmlns="a04d4b19-f621-4c3c-bc2e-e56ad8b8266c" xsi:nil="true"/>
    <CustomTags xmlns="a04d4b19-f621-4c3c-bc2e-e56ad8b8266c" xsi:nil="true"/>
    <mcb57dbb60604ce6a1cb56bc7737ae97 xmlns="a04d4b19-f621-4c3c-bc2e-e56ad8b8266c">
      <Terms xmlns="http://schemas.microsoft.com/office/infopath/2007/PartnerControls"/>
    </mcb57dbb60604ce6a1cb56bc7737ae97>
    <b3f45adbdd2a47258628f32c9c148486 xmlns="a04d4b19-f621-4c3c-bc2e-e56ad8b8266c">
      <Terms xmlns="http://schemas.microsoft.com/office/infopath/2007/PartnerControls"/>
    </b3f45adbdd2a47258628f32c9c148486>
  </documentManagement>
</p:properties>
</file>

<file path=customXml/itemProps1.xml><?xml version="1.0" encoding="utf-8"?>
<ds:datastoreItem xmlns:ds="http://schemas.openxmlformats.org/officeDocument/2006/customXml" ds:itemID="{D879778B-6A51-4270-B214-DC5284E70A8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C0E80AE-D33A-4161-879A-4E4A2A98B5B2}"/>
</file>

<file path=customXml/itemProps3.xml><?xml version="1.0" encoding="utf-8"?>
<ds:datastoreItem xmlns:ds="http://schemas.openxmlformats.org/officeDocument/2006/customXml" ds:itemID="{C1F88F65-8E49-48B6-929C-BB448B616A4D}">
  <ds:schemaRefs>
    <ds:schemaRef ds:uri="http://schemas.microsoft.com/office/2006/metadata/properties"/>
    <ds:schemaRef ds:uri="http://schemas.microsoft.com/office/infopath/2007/PartnerControls"/>
    <ds:schemaRef ds:uri="a04d4b19-f621-4c3c-bc2e-e56ad8b8266c"/>
    <ds:schemaRef ds:uri="cd186e81-9251-4aad-9103-4c6d14f9fcf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Results – The good, the bad and the ugly</vt:lpstr>
      <vt:lpstr>Overall – Really please with you all!</vt:lpstr>
      <vt:lpstr>Core Exams grade boundaries</vt:lpstr>
      <vt:lpstr>ESP grade Boundaries</vt:lpstr>
      <vt:lpstr>National Picture</vt:lpstr>
      <vt:lpstr>PowerPoint Presentation</vt:lpstr>
      <vt:lpstr>Where do we sit against national?</vt:lpstr>
      <vt:lpstr>Where does it leave you for this year?</vt:lpstr>
      <vt:lpstr>Re-sit options then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62</cp:revision>
  <dcterms:created xsi:type="dcterms:W3CDTF">2025-06-18T08:07:29Z</dcterms:created>
  <dcterms:modified xsi:type="dcterms:W3CDTF">2025-09-02T08:22:49Z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0x010100228AA2687650C7489F2FEF75993EAC27</vt:lpwstr>
  </property>
  <property fmtid="{D5CDD505-2E9C-101B-9397-08002B2CF9AE}" pid="3" name="Staff_x0020_Category">
    <vt:lpwstr/>
  </property>
  <property fmtid="{D5CDD505-2E9C-101B-9397-08002B2CF9AE}" pid="4" name="Staff Category">
    <vt:lpwstr/>
  </property>
  <property fmtid="{D5CDD505-2E9C-101B-9397-08002B2CF9AE}" pid="5" name="Exam_x0020_Board">
    <vt:lpwstr/>
  </property>
  <property fmtid="{D5CDD505-2E9C-101B-9397-08002B2CF9AE}" pid="6" name="Topic">
    <vt:lpwstr/>
  </property>
  <property fmtid="{D5CDD505-2E9C-101B-9397-08002B2CF9AE}" pid="7" name="MediaServiceImageTags">
    <vt:lpwstr/>
  </property>
  <property fmtid="{D5CDD505-2E9C-101B-9397-08002B2CF9AE}" pid="8" name="Term">
    <vt:lpwstr/>
  </property>
  <property fmtid="{D5CDD505-2E9C-101B-9397-08002B2CF9AE}" pid="9" name="Week">
    <vt:lpwstr/>
  </property>
  <property fmtid="{D5CDD505-2E9C-101B-9397-08002B2CF9AE}" pid="10" name="Exam Board">
    <vt:lpwstr/>
  </property>
</Properties>
</file>