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  <p:sldId id="257" r:id="rId6"/>
    <p:sldId id="261" r:id="rId7"/>
    <p:sldId id="262" r:id="rId8"/>
    <p:sldId id="259" r:id="rId9"/>
    <p:sldId id="263" r:id="rId10"/>
    <p:sldId id="260" r:id="rId11"/>
    <p:sldId id="258" r:id="rId12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DA65F7-EF32-8245-312C-67F11AA42BFA}" v="152" dt="2025-09-02T12:25:25.6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m Watkin" userId="S::adam.watkin@utcleeds.co.uk::367a0140-5d2d-41f2-baad-61c34010bc9d" providerId="AD" clId="Web-{30E3BADB-3189-1191-C968-894138C80DD7}"/>
    <pc:docChg chg="addSld modSld addMainMaster delMainMaster">
      <pc:chgData name="Adam Watkin" userId="S::adam.watkin@utcleeds.co.uk::367a0140-5d2d-41f2-baad-61c34010bc9d" providerId="AD" clId="Web-{30E3BADB-3189-1191-C968-894138C80DD7}" dt="2025-06-18T09:32:29.125" v="604" actId="20577"/>
      <pc:docMkLst>
        <pc:docMk/>
      </pc:docMkLst>
      <pc:sldChg chg="modSp mod modClrScheme chgLayout">
        <pc:chgData name="Adam Watkin" userId="S::adam.watkin@utcleeds.co.uk::367a0140-5d2d-41f2-baad-61c34010bc9d" providerId="AD" clId="Web-{30E3BADB-3189-1191-C968-894138C80DD7}" dt="2025-06-18T08:10:28.971" v="27"/>
        <pc:sldMkLst>
          <pc:docMk/>
          <pc:sldMk cId="109857222" sldId="256"/>
        </pc:sldMkLst>
      </pc:sldChg>
      <pc:sldChg chg="modSp new">
        <pc:chgData name="Adam Watkin" userId="S::adam.watkin@utcleeds.co.uk::367a0140-5d2d-41f2-baad-61c34010bc9d" providerId="AD" clId="Web-{30E3BADB-3189-1191-C968-894138C80DD7}" dt="2025-06-18T08:12:47.460" v="104" actId="20577"/>
        <pc:sldMkLst>
          <pc:docMk/>
          <pc:sldMk cId="3047500346" sldId="257"/>
        </pc:sldMkLst>
      </pc:sldChg>
      <pc:sldChg chg="modSp new">
        <pc:chgData name="Adam Watkin" userId="S::adam.watkin@utcleeds.co.uk::367a0140-5d2d-41f2-baad-61c34010bc9d" providerId="AD" clId="Web-{30E3BADB-3189-1191-C968-894138C80DD7}" dt="2025-06-18T08:21:26.729" v="216" actId="20577"/>
        <pc:sldMkLst>
          <pc:docMk/>
          <pc:sldMk cId="74429111" sldId="258"/>
        </pc:sldMkLst>
      </pc:sldChg>
      <pc:sldChg chg="modSp new">
        <pc:chgData name="Adam Watkin" userId="S::adam.watkin@utcleeds.co.uk::367a0140-5d2d-41f2-baad-61c34010bc9d" providerId="AD" clId="Web-{30E3BADB-3189-1191-C968-894138C80DD7}" dt="2025-06-18T08:33:35.740" v="572" actId="20577"/>
        <pc:sldMkLst>
          <pc:docMk/>
          <pc:sldMk cId="1681547617" sldId="259"/>
        </pc:sldMkLst>
      </pc:sldChg>
      <pc:sldChg chg="modSp new">
        <pc:chgData name="Adam Watkin" userId="S::adam.watkin@utcleeds.co.uk::367a0140-5d2d-41f2-baad-61c34010bc9d" providerId="AD" clId="Web-{30E3BADB-3189-1191-C968-894138C80DD7}" dt="2025-06-18T08:23:53.875" v="250" actId="20577"/>
        <pc:sldMkLst>
          <pc:docMk/>
          <pc:sldMk cId="1413824629" sldId="260"/>
        </pc:sldMkLst>
      </pc:sldChg>
      <pc:sldChg chg="modSp new">
        <pc:chgData name="Adam Watkin" userId="S::adam.watkin@utcleeds.co.uk::367a0140-5d2d-41f2-baad-61c34010bc9d" providerId="AD" clId="Web-{30E3BADB-3189-1191-C968-894138C80DD7}" dt="2025-06-18T08:32:27.237" v="445" actId="20577"/>
        <pc:sldMkLst>
          <pc:docMk/>
          <pc:sldMk cId="3727959243" sldId="261"/>
        </pc:sldMkLst>
      </pc:sldChg>
      <pc:sldChg chg="modSp new">
        <pc:chgData name="Adam Watkin" userId="S::adam.watkin@utcleeds.co.uk::367a0140-5d2d-41f2-baad-61c34010bc9d" providerId="AD" clId="Web-{30E3BADB-3189-1191-C968-894138C80DD7}" dt="2025-06-18T09:32:29.125" v="604" actId="20577"/>
        <pc:sldMkLst>
          <pc:docMk/>
          <pc:sldMk cId="3037842526" sldId="262"/>
        </pc:sldMkLst>
      </pc:sldChg>
      <pc:sldMasterChg chg="del delSldLayout">
        <pc:chgData name="Adam Watkin" userId="S::adam.watkin@utcleeds.co.uk::367a0140-5d2d-41f2-baad-61c34010bc9d" providerId="AD" clId="Web-{30E3BADB-3189-1191-C968-894138C80DD7}" dt="2025-06-18T08:10:28.971" v="27"/>
        <pc:sldMasterMkLst>
          <pc:docMk/>
          <pc:sldMasterMk cId="2460954070" sldId="2147483660"/>
        </pc:sldMasterMkLst>
        <pc:sldLayoutChg chg="del">
          <pc:chgData name="Adam Watkin" userId="S::adam.watkin@utcleeds.co.uk::367a0140-5d2d-41f2-baad-61c34010bc9d" providerId="AD" clId="Web-{30E3BADB-3189-1191-C968-894138C80DD7}" dt="2025-06-18T08:10:28.971" v="27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Adam Watkin" userId="S::adam.watkin@utcleeds.co.uk::367a0140-5d2d-41f2-baad-61c34010bc9d" providerId="AD" clId="Web-{30E3BADB-3189-1191-C968-894138C80DD7}" dt="2025-06-18T08:10:28.971" v="27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Adam Watkin" userId="S::adam.watkin@utcleeds.co.uk::367a0140-5d2d-41f2-baad-61c34010bc9d" providerId="AD" clId="Web-{30E3BADB-3189-1191-C968-894138C80DD7}" dt="2025-06-18T08:10:28.971" v="27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Adam Watkin" userId="S::adam.watkin@utcleeds.co.uk::367a0140-5d2d-41f2-baad-61c34010bc9d" providerId="AD" clId="Web-{30E3BADB-3189-1191-C968-894138C80DD7}" dt="2025-06-18T08:10:28.971" v="27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Adam Watkin" userId="S::adam.watkin@utcleeds.co.uk::367a0140-5d2d-41f2-baad-61c34010bc9d" providerId="AD" clId="Web-{30E3BADB-3189-1191-C968-894138C80DD7}" dt="2025-06-18T08:10:28.971" v="27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Adam Watkin" userId="S::adam.watkin@utcleeds.co.uk::367a0140-5d2d-41f2-baad-61c34010bc9d" providerId="AD" clId="Web-{30E3BADB-3189-1191-C968-894138C80DD7}" dt="2025-06-18T08:10:28.971" v="27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Adam Watkin" userId="S::adam.watkin@utcleeds.co.uk::367a0140-5d2d-41f2-baad-61c34010bc9d" providerId="AD" clId="Web-{30E3BADB-3189-1191-C968-894138C80DD7}" dt="2025-06-18T08:10:28.971" v="27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Adam Watkin" userId="S::adam.watkin@utcleeds.co.uk::367a0140-5d2d-41f2-baad-61c34010bc9d" providerId="AD" clId="Web-{30E3BADB-3189-1191-C968-894138C80DD7}" dt="2025-06-18T08:10:28.971" v="27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Adam Watkin" userId="S::adam.watkin@utcleeds.co.uk::367a0140-5d2d-41f2-baad-61c34010bc9d" providerId="AD" clId="Web-{30E3BADB-3189-1191-C968-894138C80DD7}" dt="2025-06-18T08:10:28.971" v="27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Adam Watkin" userId="S::adam.watkin@utcleeds.co.uk::367a0140-5d2d-41f2-baad-61c34010bc9d" providerId="AD" clId="Web-{30E3BADB-3189-1191-C968-894138C80DD7}" dt="2025-06-18T08:10:28.971" v="27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Adam Watkin" userId="S::adam.watkin@utcleeds.co.uk::367a0140-5d2d-41f2-baad-61c34010bc9d" providerId="AD" clId="Web-{30E3BADB-3189-1191-C968-894138C80DD7}" dt="2025-06-18T08:10:28.971" v="27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addSldLayout modSldLayout">
        <pc:chgData name="Adam Watkin" userId="S::adam.watkin@utcleeds.co.uk::367a0140-5d2d-41f2-baad-61c34010bc9d" providerId="AD" clId="Web-{30E3BADB-3189-1191-C968-894138C80DD7}" dt="2025-06-18T08:10:28.971" v="27"/>
        <pc:sldMasterMkLst>
          <pc:docMk/>
          <pc:sldMasterMk cId="2941317184" sldId="2147483672"/>
        </pc:sldMasterMkLst>
        <pc:sldLayoutChg chg="add mod replId">
          <pc:chgData name="Adam Watkin" userId="S::adam.watkin@utcleeds.co.uk::367a0140-5d2d-41f2-baad-61c34010bc9d" providerId="AD" clId="Web-{30E3BADB-3189-1191-C968-894138C80DD7}" dt="2025-06-18T08:10:28.971" v="27"/>
          <pc:sldLayoutMkLst>
            <pc:docMk/>
            <pc:sldMasterMk cId="2941317184" sldId="2147483672"/>
            <pc:sldLayoutMk cId="3678214402" sldId="2147483673"/>
          </pc:sldLayoutMkLst>
        </pc:sldLayoutChg>
        <pc:sldLayoutChg chg="add mod replId">
          <pc:chgData name="Adam Watkin" userId="S::adam.watkin@utcleeds.co.uk::367a0140-5d2d-41f2-baad-61c34010bc9d" providerId="AD" clId="Web-{30E3BADB-3189-1191-C968-894138C80DD7}" dt="2025-06-18T08:10:28.971" v="27"/>
          <pc:sldLayoutMkLst>
            <pc:docMk/>
            <pc:sldMasterMk cId="2941317184" sldId="2147483672"/>
            <pc:sldLayoutMk cId="3814153095" sldId="2147483674"/>
          </pc:sldLayoutMkLst>
        </pc:sldLayoutChg>
        <pc:sldLayoutChg chg="add mod replId">
          <pc:chgData name="Adam Watkin" userId="S::adam.watkin@utcleeds.co.uk::367a0140-5d2d-41f2-baad-61c34010bc9d" providerId="AD" clId="Web-{30E3BADB-3189-1191-C968-894138C80DD7}" dt="2025-06-18T08:10:28.971" v="27"/>
          <pc:sldLayoutMkLst>
            <pc:docMk/>
            <pc:sldMasterMk cId="2941317184" sldId="2147483672"/>
            <pc:sldLayoutMk cId="4057237979" sldId="2147483675"/>
          </pc:sldLayoutMkLst>
        </pc:sldLayoutChg>
        <pc:sldLayoutChg chg="add mod replId">
          <pc:chgData name="Adam Watkin" userId="S::adam.watkin@utcleeds.co.uk::367a0140-5d2d-41f2-baad-61c34010bc9d" providerId="AD" clId="Web-{30E3BADB-3189-1191-C968-894138C80DD7}" dt="2025-06-18T08:10:28.971" v="27"/>
          <pc:sldLayoutMkLst>
            <pc:docMk/>
            <pc:sldMasterMk cId="2941317184" sldId="2147483672"/>
            <pc:sldLayoutMk cId="398820555" sldId="2147483676"/>
          </pc:sldLayoutMkLst>
        </pc:sldLayoutChg>
        <pc:sldLayoutChg chg="add mod replId">
          <pc:chgData name="Adam Watkin" userId="S::adam.watkin@utcleeds.co.uk::367a0140-5d2d-41f2-baad-61c34010bc9d" providerId="AD" clId="Web-{30E3BADB-3189-1191-C968-894138C80DD7}" dt="2025-06-18T08:10:28.971" v="27"/>
          <pc:sldLayoutMkLst>
            <pc:docMk/>
            <pc:sldMasterMk cId="2941317184" sldId="2147483672"/>
            <pc:sldLayoutMk cId="1154739626" sldId="2147483677"/>
          </pc:sldLayoutMkLst>
        </pc:sldLayoutChg>
        <pc:sldLayoutChg chg="add mod replId">
          <pc:chgData name="Adam Watkin" userId="S::adam.watkin@utcleeds.co.uk::367a0140-5d2d-41f2-baad-61c34010bc9d" providerId="AD" clId="Web-{30E3BADB-3189-1191-C968-894138C80DD7}" dt="2025-06-18T08:10:28.971" v="27"/>
          <pc:sldLayoutMkLst>
            <pc:docMk/>
            <pc:sldMasterMk cId="2941317184" sldId="2147483672"/>
            <pc:sldLayoutMk cId="912135756" sldId="2147483678"/>
          </pc:sldLayoutMkLst>
        </pc:sldLayoutChg>
        <pc:sldLayoutChg chg="add mod replId">
          <pc:chgData name="Adam Watkin" userId="S::adam.watkin@utcleeds.co.uk::367a0140-5d2d-41f2-baad-61c34010bc9d" providerId="AD" clId="Web-{30E3BADB-3189-1191-C968-894138C80DD7}" dt="2025-06-18T08:10:28.971" v="27"/>
          <pc:sldLayoutMkLst>
            <pc:docMk/>
            <pc:sldMasterMk cId="2941317184" sldId="2147483672"/>
            <pc:sldLayoutMk cId="3587460911" sldId="2147483679"/>
          </pc:sldLayoutMkLst>
        </pc:sldLayoutChg>
        <pc:sldLayoutChg chg="add mod replId">
          <pc:chgData name="Adam Watkin" userId="S::adam.watkin@utcleeds.co.uk::367a0140-5d2d-41f2-baad-61c34010bc9d" providerId="AD" clId="Web-{30E3BADB-3189-1191-C968-894138C80DD7}" dt="2025-06-18T08:10:28.971" v="27"/>
          <pc:sldLayoutMkLst>
            <pc:docMk/>
            <pc:sldMasterMk cId="2941317184" sldId="2147483672"/>
            <pc:sldLayoutMk cId="3969346586" sldId="2147483680"/>
          </pc:sldLayoutMkLst>
        </pc:sldLayoutChg>
        <pc:sldLayoutChg chg="add mod replId">
          <pc:chgData name="Adam Watkin" userId="S::adam.watkin@utcleeds.co.uk::367a0140-5d2d-41f2-baad-61c34010bc9d" providerId="AD" clId="Web-{30E3BADB-3189-1191-C968-894138C80DD7}" dt="2025-06-18T08:10:28.971" v="27"/>
          <pc:sldLayoutMkLst>
            <pc:docMk/>
            <pc:sldMasterMk cId="2941317184" sldId="2147483672"/>
            <pc:sldLayoutMk cId="405798727" sldId="2147483681"/>
          </pc:sldLayoutMkLst>
        </pc:sldLayoutChg>
        <pc:sldLayoutChg chg="add mod replId">
          <pc:chgData name="Adam Watkin" userId="S::adam.watkin@utcleeds.co.uk::367a0140-5d2d-41f2-baad-61c34010bc9d" providerId="AD" clId="Web-{30E3BADB-3189-1191-C968-894138C80DD7}" dt="2025-06-18T08:10:28.971" v="27"/>
          <pc:sldLayoutMkLst>
            <pc:docMk/>
            <pc:sldMasterMk cId="2941317184" sldId="2147483672"/>
            <pc:sldLayoutMk cId="475805" sldId="2147483682"/>
          </pc:sldLayoutMkLst>
        </pc:sldLayoutChg>
        <pc:sldLayoutChg chg="add mod replId">
          <pc:chgData name="Adam Watkin" userId="S::adam.watkin@utcleeds.co.uk::367a0140-5d2d-41f2-baad-61c34010bc9d" providerId="AD" clId="Web-{30E3BADB-3189-1191-C968-894138C80DD7}" dt="2025-06-18T08:10:28.971" v="27"/>
          <pc:sldLayoutMkLst>
            <pc:docMk/>
            <pc:sldMasterMk cId="2941317184" sldId="2147483672"/>
            <pc:sldLayoutMk cId="759398184" sldId="2147483683"/>
          </pc:sldLayoutMkLst>
        </pc:sldLayoutChg>
      </pc:sldMasterChg>
    </pc:docChg>
  </pc:docChgLst>
  <pc:docChgLst>
    <pc:chgData clId="Web-{30E3BADB-3189-1191-C968-894138C80DD7}"/>
    <pc:docChg chg="modSld">
      <pc:chgData name="" userId="" providerId="" clId="Web-{30E3BADB-3189-1191-C968-894138C80DD7}" dt="2025-06-18T08:09:46.235" v="9" actId="20577"/>
      <pc:docMkLst>
        <pc:docMk/>
      </pc:docMkLst>
      <pc:sldChg chg="modSp">
        <pc:chgData name="" userId="" providerId="" clId="Web-{30E3BADB-3189-1191-C968-894138C80DD7}" dt="2025-06-18T08:09:46.235" v="9" actId="20577"/>
        <pc:sldMkLst>
          <pc:docMk/>
          <pc:sldMk cId="109857222" sldId="256"/>
        </pc:sldMkLst>
      </pc:sldChg>
    </pc:docChg>
  </pc:docChgLst>
  <pc:docChgLst>
    <pc:chgData name="Adam Watkin" userId="S::adam.watkin@utcleeds.co.uk::367a0140-5d2d-41f2-baad-61c34010bc9d" providerId="AD" clId="Web-{DADA65F7-EF32-8245-312C-67F11AA42BFA}"/>
    <pc:docChg chg="addSld delSld modSld sldOrd">
      <pc:chgData name="Adam Watkin" userId="S::adam.watkin@utcleeds.co.uk::367a0140-5d2d-41f2-baad-61c34010bc9d" providerId="AD" clId="Web-{DADA65F7-EF32-8245-312C-67F11AA42BFA}" dt="2025-09-02T12:25:25.687" v="149"/>
      <pc:docMkLst>
        <pc:docMk/>
      </pc:docMkLst>
      <pc:sldChg chg="modSp ord">
        <pc:chgData name="Adam Watkin" userId="S::adam.watkin@utcleeds.co.uk::367a0140-5d2d-41f2-baad-61c34010bc9d" providerId="AD" clId="Web-{DADA65F7-EF32-8245-312C-67F11AA42BFA}" dt="2025-09-02T11:00:06.527" v="148" actId="20577"/>
        <pc:sldMkLst>
          <pc:docMk/>
          <pc:sldMk cId="74429111" sldId="258"/>
        </pc:sldMkLst>
        <pc:spChg chg="mod">
          <ac:chgData name="Adam Watkin" userId="S::adam.watkin@utcleeds.co.uk::367a0140-5d2d-41f2-baad-61c34010bc9d" providerId="AD" clId="Web-{DADA65F7-EF32-8245-312C-67F11AA42BFA}" dt="2025-09-02T10:58:43.214" v="121" actId="20577"/>
          <ac:spMkLst>
            <pc:docMk/>
            <pc:sldMk cId="74429111" sldId="258"/>
            <ac:spMk id="2" creationId="{F72DB186-8006-4210-962B-D8FB9087A53B}"/>
          </ac:spMkLst>
        </pc:spChg>
        <pc:spChg chg="mod">
          <ac:chgData name="Adam Watkin" userId="S::adam.watkin@utcleeds.co.uk::367a0140-5d2d-41f2-baad-61c34010bc9d" providerId="AD" clId="Web-{DADA65F7-EF32-8245-312C-67F11AA42BFA}" dt="2025-09-02T11:00:06.527" v="148" actId="20577"/>
          <ac:spMkLst>
            <pc:docMk/>
            <pc:sldMk cId="74429111" sldId="258"/>
            <ac:spMk id="3" creationId="{B320DC5E-CE18-7216-0A45-6AB2357CAE76}"/>
          </ac:spMkLst>
        </pc:spChg>
      </pc:sldChg>
      <pc:sldChg chg="modSp">
        <pc:chgData name="Adam Watkin" userId="S::adam.watkin@utcleeds.co.uk::367a0140-5d2d-41f2-baad-61c34010bc9d" providerId="AD" clId="Web-{DADA65F7-EF32-8245-312C-67F11AA42BFA}" dt="2025-09-02T09:20:20.693" v="36" actId="20577"/>
        <pc:sldMkLst>
          <pc:docMk/>
          <pc:sldMk cId="1413824629" sldId="260"/>
        </pc:sldMkLst>
        <pc:spChg chg="mod">
          <ac:chgData name="Adam Watkin" userId="S::adam.watkin@utcleeds.co.uk::367a0140-5d2d-41f2-baad-61c34010bc9d" providerId="AD" clId="Web-{DADA65F7-EF32-8245-312C-67F11AA42BFA}" dt="2025-09-02T09:20:20.693" v="36" actId="20577"/>
          <ac:spMkLst>
            <pc:docMk/>
            <pc:sldMk cId="1413824629" sldId="260"/>
            <ac:spMk id="3" creationId="{D11608A2-9209-50CF-6D06-2A7FB7D357C7}"/>
          </ac:spMkLst>
        </pc:spChg>
      </pc:sldChg>
      <pc:sldChg chg="modSp new">
        <pc:chgData name="Adam Watkin" userId="S::adam.watkin@utcleeds.co.uk::367a0140-5d2d-41f2-baad-61c34010bc9d" providerId="AD" clId="Web-{DADA65F7-EF32-8245-312C-67F11AA42BFA}" dt="2025-09-02T10:46:51.890" v="56" actId="20577"/>
        <pc:sldMkLst>
          <pc:docMk/>
          <pc:sldMk cId="184851801" sldId="263"/>
        </pc:sldMkLst>
        <pc:spChg chg="mod">
          <ac:chgData name="Adam Watkin" userId="S::adam.watkin@utcleeds.co.uk::367a0140-5d2d-41f2-baad-61c34010bc9d" providerId="AD" clId="Web-{DADA65F7-EF32-8245-312C-67F11AA42BFA}" dt="2025-09-02T09:20:34.135" v="52" actId="20577"/>
          <ac:spMkLst>
            <pc:docMk/>
            <pc:sldMk cId="184851801" sldId="263"/>
            <ac:spMk id="2" creationId="{BF2A8185-30CD-89E6-720C-A26C07574109}"/>
          </ac:spMkLst>
        </pc:spChg>
        <pc:spChg chg="mod">
          <ac:chgData name="Adam Watkin" userId="S::adam.watkin@utcleeds.co.uk::367a0140-5d2d-41f2-baad-61c34010bc9d" providerId="AD" clId="Web-{DADA65F7-EF32-8245-312C-67F11AA42BFA}" dt="2025-09-02T10:46:51.890" v="56" actId="20577"/>
          <ac:spMkLst>
            <pc:docMk/>
            <pc:sldMk cId="184851801" sldId="263"/>
            <ac:spMk id="3" creationId="{3B7F7E2F-54A7-A55C-01B3-598FDE68D946}"/>
          </ac:spMkLst>
        </pc:spChg>
      </pc:sldChg>
      <pc:sldChg chg="modSp new del">
        <pc:chgData name="Adam Watkin" userId="S::adam.watkin@utcleeds.co.uk::367a0140-5d2d-41f2-baad-61c34010bc9d" providerId="AD" clId="Web-{DADA65F7-EF32-8245-312C-67F11AA42BFA}" dt="2025-09-02T12:25:25.687" v="149"/>
        <pc:sldMkLst>
          <pc:docMk/>
          <pc:sldMk cId="4227141274" sldId="264"/>
        </pc:sldMkLst>
        <pc:spChg chg="mod">
          <ac:chgData name="Adam Watkin" userId="S::adam.watkin@utcleeds.co.uk::367a0140-5d2d-41f2-baad-61c34010bc9d" providerId="AD" clId="Web-{DADA65F7-EF32-8245-312C-67F11AA42BFA}" dt="2025-09-02T10:58:40.417" v="120" actId="20577"/>
          <ac:spMkLst>
            <pc:docMk/>
            <pc:sldMk cId="4227141274" sldId="264"/>
            <ac:spMk id="2" creationId="{F8298BD3-85AD-4A01-5623-D42B582B6FB7}"/>
          </ac:spMkLst>
        </pc:spChg>
        <pc:spChg chg="mod">
          <ac:chgData name="Adam Watkin" userId="S::adam.watkin@utcleeds.co.uk::367a0140-5d2d-41f2-baad-61c34010bc9d" providerId="AD" clId="Web-{DADA65F7-EF32-8245-312C-67F11AA42BFA}" dt="2025-09-02T10:58:50.261" v="125" actId="20577"/>
          <ac:spMkLst>
            <pc:docMk/>
            <pc:sldMk cId="4227141274" sldId="264"/>
            <ac:spMk id="3" creationId="{A7AD63E1-B7A0-7C40-C332-165E43404A5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8214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153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237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739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135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460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346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98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398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3171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Occupational Specialism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It’s a long haul event!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D550F-7946-3B08-4449-CD3E28166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TL:DR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B7AE4-4022-3E2A-C46E-4D26D38A9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67 hour assessment across 9 weeks</a:t>
            </a:r>
          </a:p>
          <a:p>
            <a:r>
              <a:rPr lang="en-GB" dirty="0"/>
              <a:t>4 tasks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dirty="0"/>
              <a:t>Analysis and design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dirty="0"/>
              <a:t>Development and testing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dirty="0"/>
              <a:t>Collecting feedback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dirty="0"/>
              <a:t>Final evaluation</a:t>
            </a:r>
          </a:p>
        </p:txBody>
      </p:sp>
    </p:spTree>
    <p:extLst>
      <p:ext uri="{BB962C8B-B14F-4D97-AF65-F5344CB8AC3E}">
        <p14:creationId xmlns:p14="http://schemas.microsoft.com/office/powerpoint/2010/main" val="3047500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008D8-84EF-8048-4602-B486920AF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you need to make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4F36D-A2F6-0B83-C0F0-EF7CDA961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You will do the support work around and then develop:</a:t>
            </a:r>
          </a:p>
          <a:p>
            <a:endParaRPr lang="en-GB" dirty="0"/>
          </a:p>
          <a:p>
            <a:r>
              <a:rPr lang="en-GB" dirty="0"/>
              <a:t>A system using at least 2 programming languages to solve the set brief.</a:t>
            </a:r>
          </a:p>
          <a:p>
            <a:endParaRPr lang="en-GB" dirty="0"/>
          </a:p>
          <a:p>
            <a:r>
              <a:rPr lang="en-GB" dirty="0"/>
              <a:t>Then collect feedback on your system, review how well it meets the set out requirements and set out priorities for future development. </a:t>
            </a:r>
          </a:p>
        </p:txBody>
      </p:sp>
    </p:spTree>
    <p:extLst>
      <p:ext uri="{BB962C8B-B14F-4D97-AF65-F5344CB8AC3E}">
        <p14:creationId xmlns:p14="http://schemas.microsoft.com/office/powerpoint/2010/main" val="3727959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D9533-B821-8694-A82F-C5B7650CD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Programming languages - Rationale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D5F26-4577-F0BA-4EDD-E67A7F5EEA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HTML / CSS</a:t>
            </a:r>
          </a:p>
          <a:p>
            <a:endParaRPr lang="en-GB" dirty="0"/>
          </a:p>
          <a:p>
            <a:r>
              <a:rPr lang="en-GB"/>
              <a:t>PHP</a:t>
            </a:r>
            <a:endParaRPr lang="en-US"/>
          </a:p>
          <a:p>
            <a:endParaRPr lang="en-GB" dirty="0"/>
          </a:p>
          <a:p>
            <a:r>
              <a:rPr lang="en-GB"/>
              <a:t>MySQL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37842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255FF-CA9C-1C81-0C47-BB3A6FA6B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Your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8993B-AA15-8969-F528-DF6F8D4F8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Has to stay in school / on the computers (until the end of each task)</a:t>
            </a:r>
          </a:p>
          <a:p>
            <a:r>
              <a:rPr lang="en-GB" dirty="0"/>
              <a:t>You can research / practice at home as much as you like, you can talk and collaborate with peers </a:t>
            </a:r>
          </a:p>
          <a:p>
            <a:r>
              <a:rPr lang="en-GB" dirty="0"/>
              <a:t>BUT you cannot take anything out of a task and cannot bring anything into a task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1547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A8185-30CD-89E6-720C-A26C07574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 of generative A.I.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F7E2F-54A7-A55C-01B3-598FDE68D9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Snippets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51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A1674-06D9-CF36-F7B0-505FD280A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608A2-9209-50CF-6D06-2A7FB7D357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See Dev Environment Presentation</a:t>
            </a:r>
          </a:p>
          <a:p>
            <a:endParaRPr lang="en-GB" dirty="0"/>
          </a:p>
          <a:p>
            <a:r>
              <a:rPr lang="en-GB" dirty="0">
                <a:ea typeface="+mn-lt"/>
                <a:cs typeface="+mn-lt"/>
                <a:hlinkClick r:id="rId2"/>
              </a:rPr>
              <a:t>https://www.w3schools.com/</a:t>
            </a:r>
            <a:r>
              <a:rPr lang="en-GB" dirty="0">
                <a:ea typeface="+mn-lt"/>
                <a:cs typeface="+mn-lt"/>
              </a:rPr>
              <a:t>  - particularly the HTML, CSS, PHP, MYSQL sections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13824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DB186-8006-4210-962B-D8FB9087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Dates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0DC5E-CE18-7216-0A45-6AB2357CA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dirty="0"/>
              <a:t>Mock 1 - 10/11 - 2 weeks</a:t>
            </a:r>
          </a:p>
          <a:p>
            <a:endParaRPr lang="en-US" dirty="0"/>
          </a:p>
          <a:p>
            <a:r>
              <a:rPr lang="en-US" dirty="0"/>
              <a:t>Mock 2 - 05/01/26 – 1 week</a:t>
            </a:r>
            <a:endParaRPr lang="en-GB" dirty="0"/>
          </a:p>
          <a:p>
            <a:endParaRPr lang="en-GB" dirty="0"/>
          </a:p>
          <a:p>
            <a:r>
              <a:rPr lang="en-GB" dirty="0"/>
              <a:t>Task 1 starts 09/03/26 for 2 weeks – 20 hours</a:t>
            </a:r>
          </a:p>
          <a:p>
            <a:endParaRPr lang="en-GB" dirty="0"/>
          </a:p>
          <a:p>
            <a:r>
              <a:rPr lang="en-GB" dirty="0"/>
              <a:t>Task 2 starts 23/03/26 for 7 weeks (2 weeks are Easter) - 30 hours</a:t>
            </a:r>
          </a:p>
          <a:p>
            <a:endParaRPr lang="en-GB" dirty="0"/>
          </a:p>
          <a:p>
            <a:r>
              <a:rPr lang="en-GB" dirty="0"/>
              <a:t>Task 3a starts 27/04/26 for 1.5 weeks – 15 hours</a:t>
            </a:r>
          </a:p>
          <a:p>
            <a:endParaRPr lang="en-GB" dirty="0"/>
          </a:p>
          <a:p>
            <a:r>
              <a:rPr lang="en-GB" dirty="0"/>
              <a:t>Task 3b starts 07/05/26 for 2 days – 2 hours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4429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28AA2687650C7489F2FEF75993EAC27" ma:contentTypeVersion="15" ma:contentTypeDescription="Create a new document." ma:contentTypeScope="" ma:versionID="9bbc774d22934ba1f03737bccda322f0">
  <xsd:schema xmlns:xsd="http://www.w3.org/2001/XMLSchema" xmlns:xs="http://www.w3.org/2001/XMLSchema" xmlns:p="http://schemas.microsoft.com/office/2006/metadata/properties" xmlns:ns2="a04d4b19-f621-4c3c-bc2e-e56ad8b8266c" targetNamespace="http://schemas.microsoft.com/office/2006/metadata/properties" ma:root="true" ma:fieldsID="befb9d63c76dac9463b242c5b2faa9b0" ns2:_="">
    <xsd:import namespace="a04d4b19-f621-4c3c-bc2e-e56ad8b8266c"/>
    <xsd:element name="properties">
      <xsd:complexType>
        <xsd:sequence>
          <xsd:element name="documentManagement">
            <xsd:complexType>
              <xsd:all>
                <xsd:element ref="ns2:mcb57dbb60604ce6a1cb56bc7737ae97" minOccurs="0"/>
                <xsd:element ref="ns2:TaxCatchAll" minOccurs="0"/>
                <xsd:element ref="ns2:a90ffa40902743bb99d67678a74fff05" minOccurs="0"/>
                <xsd:element ref="ns2:b3f45adbdd2a47258628f32c9c148486" minOccurs="0"/>
                <xsd:element ref="ns2:nb57963f19db43999fe03d95719ba5d2" minOccurs="0"/>
                <xsd:element ref="ns2:PersonalIdentificationData" minOccurs="0"/>
                <xsd:element ref="ns2:KeyStage" minOccurs="0"/>
                <xsd:element ref="ns2:Year" minOccurs="0"/>
                <xsd:element ref="ns2:Lesson" minOccurs="0"/>
                <xsd:element ref="ns2:CustomTags" minOccurs="0"/>
                <xsd:element ref="ns2:CurriculumSubjec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4d4b19-f621-4c3c-bc2e-e56ad8b8266c" elementFormDefault="qualified">
    <xsd:import namespace="http://schemas.microsoft.com/office/2006/documentManagement/types"/>
    <xsd:import namespace="http://schemas.microsoft.com/office/infopath/2007/PartnerControls"/>
    <xsd:element name="mcb57dbb60604ce6a1cb56bc7737ae97" ma:index="9" nillable="true" ma:taxonomy="true" ma:internalName="mcb57dbb60604ce6a1cb56bc7737ae97" ma:taxonomyFieldName="Topic" ma:displayName="Topic" ma:fieldId="{6cb57dbb-6060-4ce6-a1cb-56bc7737ae97}" ma:sspId="d1e1aebe-9980-4bd8-bca9-3cd8b19c1a26" ma:termSetId="71e609f5-4776-43e8-8bfd-5da4a1b1d25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17978799-9331-4147-b6f4-65d46b2e75e0}" ma:internalName="TaxCatchAll" ma:showField="CatchAllData" ma:web="a04d4b19-f621-4c3c-bc2e-e56ad8b8266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a90ffa40902743bb99d67678a74fff05" ma:index="12" nillable="true" ma:taxonomy="true" ma:internalName="a90ffa40902743bb99d67678a74fff05" ma:taxonomyFieldName="Exam_x0020_Board" ma:displayName="Exam Board" ma:fieldId="{a90ffa40-9027-43bb-99d6-7678a74fff05}" ma:sspId="d1e1aebe-9980-4bd8-bca9-3cd8b19c1a26" ma:termSetId="e02c9b1f-1fde-4376-8025-8fa9567ac8b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b3f45adbdd2a47258628f32c9c148486" ma:index="14" nillable="true" ma:taxonomy="true" ma:internalName="b3f45adbdd2a47258628f32c9c148486" ma:taxonomyFieldName="Week" ma:displayName="Week" ma:fieldId="{b3f45adb-dd2a-4725-8628-f32c9c148486}" ma:sspId="d1e1aebe-9980-4bd8-bca9-3cd8b19c1a26" ma:termSetId="831d8c1a-a70e-4f31-aebe-526f4506a9a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nb57963f19db43999fe03d95719ba5d2" ma:index="16" nillable="true" ma:taxonomy="true" ma:internalName="nb57963f19db43999fe03d95719ba5d2" ma:taxonomyFieldName="Term" ma:displayName="Term" ma:fieldId="{7b57963f-19db-4399-9fe0-3d95719ba5d2}" ma:sspId="d1e1aebe-9980-4bd8-bca9-3cd8b19c1a26" ma:termSetId="9a8ac47f-3a28-4f5d-ac1e-a09b65b5560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PersonalIdentificationData" ma:index="17" nillable="true" ma:displayName="Personal Identification Data" ma:internalName="Personal_x0020_Identification_x0020_Data">
      <xsd:simpleType>
        <xsd:restriction base="dms:Choice">
          <xsd:enumeration value="No"/>
          <xsd:enumeration value="Yes"/>
        </xsd:restriction>
      </xsd:simpleType>
    </xsd:element>
    <xsd:element name="KeyStage" ma:index="18" nillable="true" ma:displayName="Key Stage" ma:internalName="Key_x0020_Stage">
      <xsd:simpleType>
        <xsd:restriction base="dms:Text"/>
      </xsd:simpleType>
    </xsd:element>
    <xsd:element name="Year" ma:index="19" nillable="true" ma:displayName="Year" ma:internalName="Year">
      <xsd:simpleType>
        <xsd:restriction base="dms:Text"/>
      </xsd:simpleType>
    </xsd:element>
    <xsd:element name="Lesson" ma:index="20" nillable="true" ma:displayName="Lesson" ma:internalName="Lesson">
      <xsd:simpleType>
        <xsd:restriction base="dms:Text"/>
      </xsd:simpleType>
    </xsd:element>
    <xsd:element name="CustomTags" ma:index="21" nillable="true" ma:displayName="Custom Tags" ma:internalName="Custom_x0020_Tags">
      <xsd:simpleType>
        <xsd:restriction base="dms:Text"/>
      </xsd:simpleType>
    </xsd:element>
    <xsd:element name="CurriculumSubject" ma:index="22" nillable="true" ma:displayName="Curriculum Subject" ma:default="T-level Digital" ma:internalName="Curriculum_x0020_Subject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urriculumSubject xmlns="a04d4b19-f621-4c3c-bc2e-e56ad8b8266c">T-level Digital</CurriculumSubject>
    <a90ffa40902743bb99d67678a74fff05 xmlns="a04d4b19-f621-4c3c-bc2e-e56ad8b8266c">
      <Terms xmlns="http://schemas.microsoft.com/office/infopath/2007/PartnerControls"/>
    </a90ffa40902743bb99d67678a74fff05>
    <nb57963f19db43999fe03d95719ba5d2 xmlns="a04d4b19-f621-4c3c-bc2e-e56ad8b8266c">
      <Terms xmlns="http://schemas.microsoft.com/office/infopath/2007/PartnerControls"/>
    </nb57963f19db43999fe03d95719ba5d2>
    <Year xmlns="a04d4b19-f621-4c3c-bc2e-e56ad8b8266c" xsi:nil="true"/>
    <KeyStage xmlns="a04d4b19-f621-4c3c-bc2e-e56ad8b8266c" xsi:nil="true"/>
    <PersonalIdentificationData xmlns="a04d4b19-f621-4c3c-bc2e-e56ad8b8266c" xsi:nil="true"/>
    <TaxCatchAll xmlns="a04d4b19-f621-4c3c-bc2e-e56ad8b8266c" xsi:nil="true"/>
    <Lesson xmlns="a04d4b19-f621-4c3c-bc2e-e56ad8b8266c" xsi:nil="true"/>
    <CustomTags xmlns="a04d4b19-f621-4c3c-bc2e-e56ad8b8266c" xsi:nil="true"/>
    <mcb57dbb60604ce6a1cb56bc7737ae97 xmlns="a04d4b19-f621-4c3c-bc2e-e56ad8b8266c">
      <Terms xmlns="http://schemas.microsoft.com/office/infopath/2007/PartnerControls"/>
    </mcb57dbb60604ce6a1cb56bc7737ae97>
    <b3f45adbdd2a47258628f32c9c148486 xmlns="a04d4b19-f621-4c3c-bc2e-e56ad8b8266c">
      <Terms xmlns="http://schemas.microsoft.com/office/infopath/2007/PartnerControls"/>
    </b3f45adbdd2a47258628f32c9c148486>
  </documentManagement>
</p:properties>
</file>

<file path=customXml/itemProps1.xml><?xml version="1.0" encoding="utf-8"?>
<ds:datastoreItem xmlns:ds="http://schemas.openxmlformats.org/officeDocument/2006/customXml" ds:itemID="{EC06F820-4F10-481C-ABE4-DB57691666ED}"/>
</file>

<file path=customXml/itemProps2.xml><?xml version="1.0" encoding="utf-8"?>
<ds:datastoreItem xmlns:ds="http://schemas.openxmlformats.org/officeDocument/2006/customXml" ds:itemID="{7E8F9740-5F43-4554-8529-F846CB677F7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BFC08A0-14ED-4C24-929B-7F7D0FDB6CFC}">
  <ds:schemaRefs>
    <ds:schemaRef ds:uri="http://schemas.microsoft.com/office/2006/metadata/properties"/>
    <ds:schemaRef ds:uri="http://schemas.microsoft.com/office/infopath/2007/PartnerControls"/>
    <ds:schemaRef ds:uri="a04d4b19-f621-4c3c-bc2e-e56ad8b8266c"/>
    <ds:schemaRef ds:uri="cd186e81-9251-4aad-9103-4c6d14f9fcf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Occupational Specialism Overview</vt:lpstr>
      <vt:lpstr>TL:DR</vt:lpstr>
      <vt:lpstr>What you need to make</vt:lpstr>
      <vt:lpstr>Programming languages - Rationale</vt:lpstr>
      <vt:lpstr>Your work</vt:lpstr>
      <vt:lpstr>Use of generative A.I.</vt:lpstr>
      <vt:lpstr>Resources</vt:lpstr>
      <vt:lpstr>Key Dates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121</cp:revision>
  <dcterms:created xsi:type="dcterms:W3CDTF">2025-06-18T08:09:39Z</dcterms:created>
  <dcterms:modified xsi:type="dcterms:W3CDTF">2025-09-02T12:25:33Z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0x010100228AA2687650C7489F2FEF75993EAC27</vt:lpwstr>
  </property>
  <property fmtid="{D5CDD505-2E9C-101B-9397-08002B2CF9AE}" pid="3" name="Staff_x0020_Category">
    <vt:lpwstr/>
  </property>
  <property fmtid="{D5CDD505-2E9C-101B-9397-08002B2CF9AE}" pid="4" name="Staff Category">
    <vt:lpwstr/>
  </property>
  <property fmtid="{D5CDD505-2E9C-101B-9397-08002B2CF9AE}" pid="5" name="Exam_x0020_Board">
    <vt:lpwstr/>
  </property>
  <property fmtid="{D5CDD505-2E9C-101B-9397-08002B2CF9AE}" pid="6" name="Topic">
    <vt:lpwstr/>
  </property>
  <property fmtid="{D5CDD505-2E9C-101B-9397-08002B2CF9AE}" pid="7" name="MediaServiceImageTags">
    <vt:lpwstr/>
  </property>
  <property fmtid="{D5CDD505-2E9C-101B-9397-08002B2CF9AE}" pid="8" name="Term">
    <vt:lpwstr/>
  </property>
  <property fmtid="{D5CDD505-2E9C-101B-9397-08002B2CF9AE}" pid="9" name="Week">
    <vt:lpwstr/>
  </property>
  <property fmtid="{D5CDD505-2E9C-101B-9397-08002B2CF9AE}" pid="10" name="Exam Board">
    <vt:lpwstr/>
  </property>
</Properties>
</file>