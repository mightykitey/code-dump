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61" r:id="rId6"/>
    <p:sldId id="257" r:id="rId7"/>
    <p:sldId id="258" r:id="rId8"/>
    <p:sldId id="259" r:id="rId9"/>
    <p:sldId id="262" r:id="rId10"/>
    <p:sldId id="263" r:id="rId11"/>
    <p:sldId id="264" r:id="rId12"/>
    <p:sldId id="265" r:id="rId13"/>
    <p:sldId id="260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511946-7DC9-8B1B-E464-5DAABACB8C51}" v="7" dt="2025-09-15T17:46:07.537"/>
    <p1510:client id="{A00C27CB-61C0-12A4-15DA-9539AF22C181}" v="571" dt="2025-09-15T10:00:58.519"/>
    <p1510:client id="{A56EBD12-F96E-9C56-569F-24ED0B7F8FEE}" v="77" dt="2025-09-15T12:40:54.631"/>
    <p1510:client id="{F2833AE4-5AFE-178C-DD86-9FADB37CBFDF}" v="48" dt="2025-09-16T08:35:54.9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Watkin" userId="S::adam.watkin@utcleeds.co.uk::367a0140-5d2d-41f2-baad-61c34010bc9d" providerId="AD" clId="Web-{F2833AE4-5AFE-178C-DD86-9FADB37CBFDF}"/>
    <pc:docChg chg="addSld modSld">
      <pc:chgData name="Adam Watkin" userId="S::adam.watkin@utcleeds.co.uk::367a0140-5d2d-41f2-baad-61c34010bc9d" providerId="AD" clId="Web-{F2833AE4-5AFE-178C-DD86-9FADB37CBFDF}" dt="2025-09-16T08:35:54.987" v="42" actId="1076"/>
      <pc:docMkLst>
        <pc:docMk/>
      </pc:docMkLst>
      <pc:sldChg chg="addSp modSp">
        <pc:chgData name="Adam Watkin" userId="S::adam.watkin@utcleeds.co.uk::367a0140-5d2d-41f2-baad-61c34010bc9d" providerId="AD" clId="Web-{F2833AE4-5AFE-178C-DD86-9FADB37CBFDF}" dt="2025-09-16T08:35:09.423" v="28" actId="1076"/>
        <pc:sldMkLst>
          <pc:docMk/>
          <pc:sldMk cId="2877653671" sldId="260"/>
        </pc:sldMkLst>
        <pc:spChg chg="mod">
          <ac:chgData name="Adam Watkin" userId="S::adam.watkin@utcleeds.co.uk::367a0140-5d2d-41f2-baad-61c34010bc9d" providerId="AD" clId="Web-{F2833AE4-5AFE-178C-DD86-9FADB37CBFDF}" dt="2025-09-16T08:34:47.750" v="24" actId="20577"/>
          <ac:spMkLst>
            <pc:docMk/>
            <pc:sldMk cId="2877653671" sldId="260"/>
            <ac:spMk id="3" creationId="{DC1131D2-BC84-99D0-8F56-02605F57CC1F}"/>
          </ac:spMkLst>
        </pc:spChg>
        <pc:picChg chg="add mod">
          <ac:chgData name="Adam Watkin" userId="S::adam.watkin@utcleeds.co.uk::367a0140-5d2d-41f2-baad-61c34010bc9d" providerId="AD" clId="Web-{F2833AE4-5AFE-178C-DD86-9FADB37CBFDF}" dt="2025-09-16T08:35:09.423" v="28" actId="1076"/>
          <ac:picMkLst>
            <pc:docMk/>
            <pc:sldMk cId="2877653671" sldId="260"/>
            <ac:picMk id="4" creationId="{20B31A8C-68C3-1A0B-2B30-45DD560A0216}"/>
          </ac:picMkLst>
        </pc:picChg>
      </pc:sldChg>
      <pc:sldChg chg="addSp delSp modSp">
        <pc:chgData name="Adam Watkin" userId="S::adam.watkin@utcleeds.co.uk::367a0140-5d2d-41f2-baad-61c34010bc9d" providerId="AD" clId="Web-{F2833AE4-5AFE-178C-DD86-9FADB37CBFDF}" dt="2025-09-16T08:06:12.920" v="0"/>
        <pc:sldMkLst>
          <pc:docMk/>
          <pc:sldMk cId="2157910779" sldId="264"/>
        </pc:sldMkLst>
        <pc:spChg chg="del">
          <ac:chgData name="Adam Watkin" userId="S::adam.watkin@utcleeds.co.uk::367a0140-5d2d-41f2-baad-61c34010bc9d" providerId="AD" clId="Web-{F2833AE4-5AFE-178C-DD86-9FADB37CBFDF}" dt="2025-09-16T08:06:12.920" v="0"/>
          <ac:spMkLst>
            <pc:docMk/>
            <pc:sldMk cId="2157910779" sldId="264"/>
            <ac:spMk id="3" creationId="{6E6A39E0-8561-DE9D-8288-AF2CE5EC8B1E}"/>
          </ac:spMkLst>
        </pc:spChg>
        <pc:picChg chg="add mod ord">
          <ac:chgData name="Adam Watkin" userId="S::adam.watkin@utcleeds.co.uk::367a0140-5d2d-41f2-baad-61c34010bc9d" providerId="AD" clId="Web-{F2833AE4-5AFE-178C-DD86-9FADB37CBFDF}" dt="2025-09-16T08:06:12.920" v="0"/>
          <ac:picMkLst>
            <pc:docMk/>
            <pc:sldMk cId="2157910779" sldId="264"/>
            <ac:picMk id="4" creationId="{3B16CDF4-AD1E-242B-5951-6279E62FBE1E}"/>
          </ac:picMkLst>
        </pc:picChg>
      </pc:sldChg>
      <pc:sldChg chg="addSp delSp modSp new">
        <pc:chgData name="Adam Watkin" userId="S::adam.watkin@utcleeds.co.uk::367a0140-5d2d-41f2-baad-61c34010bc9d" providerId="AD" clId="Web-{F2833AE4-5AFE-178C-DD86-9FADB37CBFDF}" dt="2025-09-16T08:25:14.016" v="23" actId="1076"/>
        <pc:sldMkLst>
          <pc:docMk/>
          <pc:sldMk cId="223980165" sldId="265"/>
        </pc:sldMkLst>
        <pc:spChg chg="mod">
          <ac:chgData name="Adam Watkin" userId="S::adam.watkin@utcleeds.co.uk::367a0140-5d2d-41f2-baad-61c34010bc9d" providerId="AD" clId="Web-{F2833AE4-5AFE-178C-DD86-9FADB37CBFDF}" dt="2025-09-16T08:08:29" v="21" actId="20577"/>
          <ac:spMkLst>
            <pc:docMk/>
            <pc:sldMk cId="223980165" sldId="265"/>
            <ac:spMk id="2" creationId="{7658114C-C279-9B3E-E0ED-5E4BAAE5FEC0}"/>
          </ac:spMkLst>
        </pc:spChg>
        <pc:spChg chg="del">
          <ac:chgData name="Adam Watkin" userId="S::adam.watkin@utcleeds.co.uk::367a0140-5d2d-41f2-baad-61c34010bc9d" providerId="AD" clId="Web-{F2833AE4-5AFE-178C-DD86-9FADB37CBFDF}" dt="2025-09-16T08:25:08.203" v="22"/>
          <ac:spMkLst>
            <pc:docMk/>
            <pc:sldMk cId="223980165" sldId="265"/>
            <ac:spMk id="3" creationId="{06F65517-28CF-8143-BEE6-5C10A812D827}"/>
          </ac:spMkLst>
        </pc:spChg>
        <pc:picChg chg="add mod ord">
          <ac:chgData name="Adam Watkin" userId="S::adam.watkin@utcleeds.co.uk::367a0140-5d2d-41f2-baad-61c34010bc9d" providerId="AD" clId="Web-{F2833AE4-5AFE-178C-DD86-9FADB37CBFDF}" dt="2025-09-16T08:25:14.016" v="23" actId="1076"/>
          <ac:picMkLst>
            <pc:docMk/>
            <pc:sldMk cId="223980165" sldId="265"/>
            <ac:picMk id="4" creationId="{7E2F40E0-85D6-C904-65F0-4F9D8DF34635}"/>
          </ac:picMkLst>
        </pc:picChg>
      </pc:sldChg>
      <pc:sldChg chg="addSp delSp modSp new">
        <pc:chgData name="Adam Watkin" userId="S::adam.watkin@utcleeds.co.uk::367a0140-5d2d-41f2-baad-61c34010bc9d" providerId="AD" clId="Web-{F2833AE4-5AFE-178C-DD86-9FADB37CBFDF}" dt="2025-09-16T08:35:54.987" v="42" actId="1076"/>
        <pc:sldMkLst>
          <pc:docMk/>
          <pc:sldMk cId="3440103659" sldId="266"/>
        </pc:sldMkLst>
        <pc:spChg chg="mod">
          <ac:chgData name="Adam Watkin" userId="S::adam.watkin@utcleeds.co.uk::367a0140-5d2d-41f2-baad-61c34010bc9d" providerId="AD" clId="Web-{F2833AE4-5AFE-178C-DD86-9FADB37CBFDF}" dt="2025-09-16T08:35:45.503" v="38" actId="20577"/>
          <ac:spMkLst>
            <pc:docMk/>
            <pc:sldMk cId="3440103659" sldId="266"/>
            <ac:spMk id="2" creationId="{6068DE65-088A-6335-5193-D479DA2E7FC2}"/>
          </ac:spMkLst>
        </pc:spChg>
        <pc:spChg chg="del">
          <ac:chgData name="Adam Watkin" userId="S::adam.watkin@utcleeds.co.uk::367a0140-5d2d-41f2-baad-61c34010bc9d" providerId="AD" clId="Web-{F2833AE4-5AFE-178C-DD86-9FADB37CBFDF}" dt="2025-09-16T08:35:46.768" v="39"/>
          <ac:spMkLst>
            <pc:docMk/>
            <pc:sldMk cId="3440103659" sldId="266"/>
            <ac:spMk id="3" creationId="{BFCF7423-B3E3-9335-160D-B2E1DB11C7F3}"/>
          </ac:spMkLst>
        </pc:spChg>
        <pc:picChg chg="add mod ord">
          <ac:chgData name="Adam Watkin" userId="S::adam.watkin@utcleeds.co.uk::367a0140-5d2d-41f2-baad-61c34010bc9d" providerId="AD" clId="Web-{F2833AE4-5AFE-178C-DD86-9FADB37CBFDF}" dt="2025-09-16T08:35:54.987" v="42" actId="1076"/>
          <ac:picMkLst>
            <pc:docMk/>
            <pc:sldMk cId="3440103659" sldId="266"/>
            <ac:picMk id="4" creationId="{E71F7C41-8C2B-5AD9-0F5F-30A5F2F32A7C}"/>
          </ac:picMkLst>
        </pc:picChg>
      </pc:sldChg>
    </pc:docChg>
  </pc:docChgLst>
  <pc:docChgLst>
    <pc:chgData name="Adam Watkin" userId="S::adam.watkin@utcleeds.co.uk::367a0140-5d2d-41f2-baad-61c34010bc9d" providerId="AD" clId="Web-{A00C27CB-61C0-12A4-15DA-9539AF22C181}"/>
    <pc:docChg chg="mod addSld modSld addMainMaster delMainMaster">
      <pc:chgData name="Adam Watkin" userId="S::adam.watkin@utcleeds.co.uk::367a0140-5d2d-41f2-baad-61c34010bc9d" providerId="AD" clId="Web-{A00C27CB-61C0-12A4-15DA-9539AF22C181}" dt="2025-09-15T10:00:56.081" v="561" actId="20577"/>
      <pc:docMkLst>
        <pc:docMk/>
      </pc:docMkLst>
      <pc:sldChg chg="modSp mod modClrScheme chgLayout">
        <pc:chgData name="Adam Watkin" userId="S::adam.watkin@utcleeds.co.uk::367a0140-5d2d-41f2-baad-61c34010bc9d" providerId="AD" clId="Web-{A00C27CB-61C0-12A4-15DA-9539AF22C181}" dt="2025-09-15T08:13:35.302" v="9"/>
        <pc:sldMkLst>
          <pc:docMk/>
          <pc:sldMk cId="109857222" sldId="256"/>
        </pc:sldMkLst>
        <pc:spChg chg="mod ord">
          <ac:chgData name="Adam Watkin" userId="S::adam.watkin@utcleeds.co.uk::367a0140-5d2d-41f2-baad-61c34010bc9d" providerId="AD" clId="Web-{A00C27CB-61C0-12A4-15DA-9539AF22C181}" dt="2025-09-15T08:13:35.302" v="9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Adam Watkin" userId="S::adam.watkin@utcleeds.co.uk::367a0140-5d2d-41f2-baad-61c34010bc9d" providerId="AD" clId="Web-{A00C27CB-61C0-12A4-15DA-9539AF22C181}" dt="2025-09-15T08:13:35.302" v="9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Adam Watkin" userId="S::adam.watkin@utcleeds.co.uk::367a0140-5d2d-41f2-baad-61c34010bc9d" providerId="AD" clId="Web-{A00C27CB-61C0-12A4-15DA-9539AF22C181}" dt="2025-09-15T08:16:57.056" v="72" actId="20577"/>
        <pc:sldMkLst>
          <pc:docMk/>
          <pc:sldMk cId="3790199326" sldId="257"/>
        </pc:sldMkLst>
        <pc:spChg chg="mod">
          <ac:chgData name="Adam Watkin" userId="S::adam.watkin@utcleeds.co.uk::367a0140-5d2d-41f2-baad-61c34010bc9d" providerId="AD" clId="Web-{A00C27CB-61C0-12A4-15DA-9539AF22C181}" dt="2025-09-15T08:14:38.944" v="27" actId="20577"/>
          <ac:spMkLst>
            <pc:docMk/>
            <pc:sldMk cId="3790199326" sldId="257"/>
            <ac:spMk id="2" creationId="{DFEEDB65-1ED9-A230-C5E7-6EEC49F62CE6}"/>
          </ac:spMkLst>
        </pc:spChg>
        <pc:spChg chg="mod">
          <ac:chgData name="Adam Watkin" userId="S::adam.watkin@utcleeds.co.uk::367a0140-5d2d-41f2-baad-61c34010bc9d" providerId="AD" clId="Web-{A00C27CB-61C0-12A4-15DA-9539AF22C181}" dt="2025-09-15T08:16:57.056" v="72" actId="20577"/>
          <ac:spMkLst>
            <pc:docMk/>
            <pc:sldMk cId="3790199326" sldId="257"/>
            <ac:spMk id="3" creationId="{9EDC0707-507C-7CA9-1B78-5E2572286B1F}"/>
          </ac:spMkLst>
        </pc:spChg>
      </pc:sldChg>
      <pc:sldChg chg="modSp new">
        <pc:chgData name="Adam Watkin" userId="S::adam.watkin@utcleeds.co.uk::367a0140-5d2d-41f2-baad-61c34010bc9d" providerId="AD" clId="Web-{A00C27CB-61C0-12A4-15DA-9539AF22C181}" dt="2025-09-15T08:20:05.512" v="171" actId="20577"/>
        <pc:sldMkLst>
          <pc:docMk/>
          <pc:sldMk cId="953742645" sldId="258"/>
        </pc:sldMkLst>
        <pc:spChg chg="mod">
          <ac:chgData name="Adam Watkin" userId="S::adam.watkin@utcleeds.co.uk::367a0140-5d2d-41f2-baad-61c34010bc9d" providerId="AD" clId="Web-{A00C27CB-61C0-12A4-15DA-9539AF22C181}" dt="2025-09-15T08:17:00.431" v="75" actId="20577"/>
          <ac:spMkLst>
            <pc:docMk/>
            <pc:sldMk cId="953742645" sldId="258"/>
            <ac:spMk id="2" creationId="{A949AA9E-AE79-BA3E-5552-9786BB0E9BD9}"/>
          </ac:spMkLst>
        </pc:spChg>
        <pc:spChg chg="mod">
          <ac:chgData name="Adam Watkin" userId="S::adam.watkin@utcleeds.co.uk::367a0140-5d2d-41f2-baad-61c34010bc9d" providerId="AD" clId="Web-{A00C27CB-61C0-12A4-15DA-9539AF22C181}" dt="2025-09-15T08:20:05.512" v="171" actId="20577"/>
          <ac:spMkLst>
            <pc:docMk/>
            <pc:sldMk cId="953742645" sldId="258"/>
            <ac:spMk id="3" creationId="{55518099-9E78-3203-868F-AD003CE58271}"/>
          </ac:spMkLst>
        </pc:spChg>
      </pc:sldChg>
      <pc:sldChg chg="modSp new">
        <pc:chgData name="Adam Watkin" userId="S::adam.watkin@utcleeds.co.uk::367a0140-5d2d-41f2-baad-61c34010bc9d" providerId="AD" clId="Web-{A00C27CB-61C0-12A4-15DA-9539AF22C181}" dt="2025-09-15T09:54:30.027" v="504" actId="20577"/>
        <pc:sldMkLst>
          <pc:docMk/>
          <pc:sldMk cId="122895305" sldId="259"/>
        </pc:sldMkLst>
        <pc:spChg chg="mod">
          <ac:chgData name="Adam Watkin" userId="S::adam.watkin@utcleeds.co.uk::367a0140-5d2d-41f2-baad-61c34010bc9d" providerId="AD" clId="Web-{A00C27CB-61C0-12A4-15DA-9539AF22C181}" dt="2025-09-15T08:20:19.653" v="184" actId="20577"/>
          <ac:spMkLst>
            <pc:docMk/>
            <pc:sldMk cId="122895305" sldId="259"/>
            <ac:spMk id="2" creationId="{F8137531-48B7-DD33-8E7C-58CD1853F065}"/>
          </ac:spMkLst>
        </pc:spChg>
        <pc:spChg chg="mod">
          <ac:chgData name="Adam Watkin" userId="S::adam.watkin@utcleeds.co.uk::367a0140-5d2d-41f2-baad-61c34010bc9d" providerId="AD" clId="Web-{A00C27CB-61C0-12A4-15DA-9539AF22C181}" dt="2025-09-15T09:54:30.027" v="504" actId="20577"/>
          <ac:spMkLst>
            <pc:docMk/>
            <pc:sldMk cId="122895305" sldId="259"/>
            <ac:spMk id="3" creationId="{E756EBE2-02F8-840F-C84B-FE79E9C71B72}"/>
          </ac:spMkLst>
        </pc:spChg>
      </pc:sldChg>
      <pc:sldChg chg="modSp new">
        <pc:chgData name="Adam Watkin" userId="S::adam.watkin@utcleeds.co.uk::367a0140-5d2d-41f2-baad-61c34010bc9d" providerId="AD" clId="Web-{A00C27CB-61C0-12A4-15DA-9539AF22C181}" dt="2025-09-15T09:06:12.798" v="338" actId="20577"/>
        <pc:sldMkLst>
          <pc:docMk/>
          <pc:sldMk cId="2877653671" sldId="260"/>
        </pc:sldMkLst>
        <pc:spChg chg="mod">
          <ac:chgData name="Adam Watkin" userId="S::adam.watkin@utcleeds.co.uk::367a0140-5d2d-41f2-baad-61c34010bc9d" providerId="AD" clId="Web-{A00C27CB-61C0-12A4-15DA-9539AF22C181}" dt="2025-09-15T08:39:15.726" v="268" actId="20577"/>
          <ac:spMkLst>
            <pc:docMk/>
            <pc:sldMk cId="2877653671" sldId="260"/>
            <ac:spMk id="2" creationId="{929FEDDC-BAB4-1AA5-1EA2-633BD8ECE5D5}"/>
          </ac:spMkLst>
        </pc:spChg>
        <pc:spChg chg="mod">
          <ac:chgData name="Adam Watkin" userId="S::adam.watkin@utcleeds.co.uk::367a0140-5d2d-41f2-baad-61c34010bc9d" providerId="AD" clId="Web-{A00C27CB-61C0-12A4-15DA-9539AF22C181}" dt="2025-09-15T09:06:12.798" v="338" actId="20577"/>
          <ac:spMkLst>
            <pc:docMk/>
            <pc:sldMk cId="2877653671" sldId="260"/>
            <ac:spMk id="3" creationId="{DC1131D2-BC84-99D0-8F56-02605F57CC1F}"/>
          </ac:spMkLst>
        </pc:spChg>
      </pc:sldChg>
      <pc:sldChg chg="modSp new">
        <pc:chgData name="Adam Watkin" userId="S::adam.watkin@utcleeds.co.uk::367a0140-5d2d-41f2-baad-61c34010bc9d" providerId="AD" clId="Web-{A00C27CB-61C0-12A4-15DA-9539AF22C181}" dt="2025-09-15T09:54:03.292" v="496" actId="20577"/>
        <pc:sldMkLst>
          <pc:docMk/>
          <pc:sldMk cId="1454417667" sldId="261"/>
        </pc:sldMkLst>
        <pc:spChg chg="mod">
          <ac:chgData name="Adam Watkin" userId="S::adam.watkin@utcleeds.co.uk::367a0140-5d2d-41f2-baad-61c34010bc9d" providerId="AD" clId="Web-{A00C27CB-61C0-12A4-15DA-9539AF22C181}" dt="2025-09-15T09:06:27.735" v="358" actId="20577"/>
          <ac:spMkLst>
            <pc:docMk/>
            <pc:sldMk cId="1454417667" sldId="261"/>
            <ac:spMk id="2" creationId="{0C81117A-628A-1FB4-BA30-2A4EAF00B469}"/>
          </ac:spMkLst>
        </pc:spChg>
        <pc:spChg chg="mod">
          <ac:chgData name="Adam Watkin" userId="S::adam.watkin@utcleeds.co.uk::367a0140-5d2d-41f2-baad-61c34010bc9d" providerId="AD" clId="Web-{A00C27CB-61C0-12A4-15DA-9539AF22C181}" dt="2025-09-15T09:54:03.292" v="496" actId="20577"/>
          <ac:spMkLst>
            <pc:docMk/>
            <pc:sldMk cId="1454417667" sldId="261"/>
            <ac:spMk id="3" creationId="{B4FF5D3B-6D60-8FFB-E1C1-F1868B844BB0}"/>
          </ac:spMkLst>
        </pc:spChg>
      </pc:sldChg>
      <pc:sldChg chg="modSp new">
        <pc:chgData name="Adam Watkin" userId="S::adam.watkin@utcleeds.co.uk::367a0140-5d2d-41f2-baad-61c34010bc9d" providerId="AD" clId="Web-{A00C27CB-61C0-12A4-15DA-9539AF22C181}" dt="2025-09-15T10:00:56.081" v="561" actId="20577"/>
        <pc:sldMkLst>
          <pc:docMk/>
          <pc:sldMk cId="293287260" sldId="262"/>
        </pc:sldMkLst>
        <pc:spChg chg="mod">
          <ac:chgData name="Adam Watkin" userId="S::adam.watkin@utcleeds.co.uk::367a0140-5d2d-41f2-baad-61c34010bc9d" providerId="AD" clId="Web-{A00C27CB-61C0-12A4-15DA-9539AF22C181}" dt="2025-09-15T09:54:40.464" v="510" actId="20577"/>
          <ac:spMkLst>
            <pc:docMk/>
            <pc:sldMk cId="293287260" sldId="262"/>
            <ac:spMk id="2" creationId="{5B62E4BC-A7FE-8206-ABBF-A7E614783721}"/>
          </ac:spMkLst>
        </pc:spChg>
        <pc:spChg chg="mod">
          <ac:chgData name="Adam Watkin" userId="S::adam.watkin@utcleeds.co.uk::367a0140-5d2d-41f2-baad-61c34010bc9d" providerId="AD" clId="Web-{A00C27CB-61C0-12A4-15DA-9539AF22C181}" dt="2025-09-15T10:00:56.081" v="561" actId="20577"/>
          <ac:spMkLst>
            <pc:docMk/>
            <pc:sldMk cId="293287260" sldId="262"/>
            <ac:spMk id="3" creationId="{7684F5F4-E6E9-9FB8-36D1-CA797E21FB40}"/>
          </ac:spMkLst>
        </pc:spChg>
      </pc:sldChg>
      <pc:sldMasterChg chg="del delSldLayout">
        <pc:chgData name="Adam Watkin" userId="S::adam.watkin@utcleeds.co.uk::367a0140-5d2d-41f2-baad-61c34010bc9d" providerId="AD" clId="Web-{A00C27CB-61C0-12A4-15DA-9539AF22C181}" dt="2025-09-15T08:13:35.302" v="9"/>
        <pc:sldMasterMkLst>
          <pc:docMk/>
          <pc:sldMasterMk cId="2460954070" sldId="2147483660"/>
        </pc:sldMasterMkLst>
        <pc:sldLayoutChg chg="del">
          <pc:chgData name="Adam Watkin" userId="S::adam.watkin@utcleeds.co.uk::367a0140-5d2d-41f2-baad-61c34010bc9d" providerId="AD" clId="Web-{A00C27CB-61C0-12A4-15DA-9539AF22C181}" dt="2025-09-15T08:13:35.302" v="9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Adam Watkin" userId="S::adam.watkin@utcleeds.co.uk::367a0140-5d2d-41f2-baad-61c34010bc9d" providerId="AD" clId="Web-{A00C27CB-61C0-12A4-15DA-9539AF22C181}" dt="2025-09-15T08:13:35.302" v="9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Adam Watkin" userId="S::adam.watkin@utcleeds.co.uk::367a0140-5d2d-41f2-baad-61c34010bc9d" providerId="AD" clId="Web-{A00C27CB-61C0-12A4-15DA-9539AF22C181}" dt="2025-09-15T08:13:35.302" v="9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Adam Watkin" userId="S::adam.watkin@utcleeds.co.uk::367a0140-5d2d-41f2-baad-61c34010bc9d" providerId="AD" clId="Web-{A00C27CB-61C0-12A4-15DA-9539AF22C181}" dt="2025-09-15T08:13:35.302" v="9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Adam Watkin" userId="S::adam.watkin@utcleeds.co.uk::367a0140-5d2d-41f2-baad-61c34010bc9d" providerId="AD" clId="Web-{A00C27CB-61C0-12A4-15DA-9539AF22C181}" dt="2025-09-15T08:13:35.302" v="9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Adam Watkin" userId="S::adam.watkin@utcleeds.co.uk::367a0140-5d2d-41f2-baad-61c34010bc9d" providerId="AD" clId="Web-{A00C27CB-61C0-12A4-15DA-9539AF22C181}" dt="2025-09-15T08:13:35.302" v="9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Adam Watkin" userId="S::adam.watkin@utcleeds.co.uk::367a0140-5d2d-41f2-baad-61c34010bc9d" providerId="AD" clId="Web-{A00C27CB-61C0-12A4-15DA-9539AF22C181}" dt="2025-09-15T08:13:35.302" v="9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Adam Watkin" userId="S::adam.watkin@utcleeds.co.uk::367a0140-5d2d-41f2-baad-61c34010bc9d" providerId="AD" clId="Web-{A00C27CB-61C0-12A4-15DA-9539AF22C181}" dt="2025-09-15T08:13:35.302" v="9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Adam Watkin" userId="S::adam.watkin@utcleeds.co.uk::367a0140-5d2d-41f2-baad-61c34010bc9d" providerId="AD" clId="Web-{A00C27CB-61C0-12A4-15DA-9539AF22C181}" dt="2025-09-15T08:13:35.302" v="9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Adam Watkin" userId="S::adam.watkin@utcleeds.co.uk::367a0140-5d2d-41f2-baad-61c34010bc9d" providerId="AD" clId="Web-{A00C27CB-61C0-12A4-15DA-9539AF22C181}" dt="2025-09-15T08:13:35.302" v="9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Adam Watkin" userId="S::adam.watkin@utcleeds.co.uk::367a0140-5d2d-41f2-baad-61c34010bc9d" providerId="AD" clId="Web-{A00C27CB-61C0-12A4-15DA-9539AF22C181}" dt="2025-09-15T08:13:35.302" v="9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 modSldLayout">
        <pc:chgData name="Adam Watkin" userId="S::adam.watkin@utcleeds.co.uk::367a0140-5d2d-41f2-baad-61c34010bc9d" providerId="AD" clId="Web-{A00C27CB-61C0-12A4-15DA-9539AF22C181}" dt="2025-09-15T08:13:35.302" v="9"/>
        <pc:sldMasterMkLst>
          <pc:docMk/>
          <pc:sldMasterMk cId="2222626169" sldId="2147483672"/>
        </pc:sldMasterMkLst>
        <pc:sldLayoutChg chg="add mod replId">
          <pc:chgData name="Adam Watkin" userId="S::adam.watkin@utcleeds.co.uk::367a0140-5d2d-41f2-baad-61c34010bc9d" providerId="AD" clId="Web-{A00C27CB-61C0-12A4-15DA-9539AF22C181}" dt="2025-09-15T08:13:35.302" v="9"/>
          <pc:sldLayoutMkLst>
            <pc:docMk/>
            <pc:sldMasterMk cId="2222626169" sldId="2147483672"/>
            <pc:sldLayoutMk cId="2607064969" sldId="2147483673"/>
          </pc:sldLayoutMkLst>
        </pc:sldLayoutChg>
        <pc:sldLayoutChg chg="add mod replId">
          <pc:chgData name="Adam Watkin" userId="S::adam.watkin@utcleeds.co.uk::367a0140-5d2d-41f2-baad-61c34010bc9d" providerId="AD" clId="Web-{A00C27CB-61C0-12A4-15DA-9539AF22C181}" dt="2025-09-15T08:13:35.302" v="9"/>
          <pc:sldLayoutMkLst>
            <pc:docMk/>
            <pc:sldMasterMk cId="2222626169" sldId="2147483672"/>
            <pc:sldLayoutMk cId="1786830089" sldId="2147483674"/>
          </pc:sldLayoutMkLst>
        </pc:sldLayoutChg>
        <pc:sldLayoutChg chg="add mod replId">
          <pc:chgData name="Adam Watkin" userId="S::adam.watkin@utcleeds.co.uk::367a0140-5d2d-41f2-baad-61c34010bc9d" providerId="AD" clId="Web-{A00C27CB-61C0-12A4-15DA-9539AF22C181}" dt="2025-09-15T08:13:35.302" v="9"/>
          <pc:sldLayoutMkLst>
            <pc:docMk/>
            <pc:sldMasterMk cId="2222626169" sldId="2147483672"/>
            <pc:sldLayoutMk cId="1385940398" sldId="2147483675"/>
          </pc:sldLayoutMkLst>
        </pc:sldLayoutChg>
        <pc:sldLayoutChg chg="add mod replId">
          <pc:chgData name="Adam Watkin" userId="S::adam.watkin@utcleeds.co.uk::367a0140-5d2d-41f2-baad-61c34010bc9d" providerId="AD" clId="Web-{A00C27CB-61C0-12A4-15DA-9539AF22C181}" dt="2025-09-15T08:13:35.302" v="9"/>
          <pc:sldLayoutMkLst>
            <pc:docMk/>
            <pc:sldMasterMk cId="2222626169" sldId="2147483672"/>
            <pc:sldLayoutMk cId="2436797881" sldId="2147483676"/>
          </pc:sldLayoutMkLst>
        </pc:sldLayoutChg>
        <pc:sldLayoutChg chg="add mod replId">
          <pc:chgData name="Adam Watkin" userId="S::adam.watkin@utcleeds.co.uk::367a0140-5d2d-41f2-baad-61c34010bc9d" providerId="AD" clId="Web-{A00C27CB-61C0-12A4-15DA-9539AF22C181}" dt="2025-09-15T08:13:35.302" v="9"/>
          <pc:sldLayoutMkLst>
            <pc:docMk/>
            <pc:sldMasterMk cId="2222626169" sldId="2147483672"/>
            <pc:sldLayoutMk cId="3402696698" sldId="2147483677"/>
          </pc:sldLayoutMkLst>
        </pc:sldLayoutChg>
        <pc:sldLayoutChg chg="add mod replId">
          <pc:chgData name="Adam Watkin" userId="S::adam.watkin@utcleeds.co.uk::367a0140-5d2d-41f2-baad-61c34010bc9d" providerId="AD" clId="Web-{A00C27CB-61C0-12A4-15DA-9539AF22C181}" dt="2025-09-15T08:13:35.302" v="9"/>
          <pc:sldLayoutMkLst>
            <pc:docMk/>
            <pc:sldMasterMk cId="2222626169" sldId="2147483672"/>
            <pc:sldLayoutMk cId="3320041331" sldId="2147483678"/>
          </pc:sldLayoutMkLst>
        </pc:sldLayoutChg>
        <pc:sldLayoutChg chg="add mod replId">
          <pc:chgData name="Adam Watkin" userId="S::adam.watkin@utcleeds.co.uk::367a0140-5d2d-41f2-baad-61c34010bc9d" providerId="AD" clId="Web-{A00C27CB-61C0-12A4-15DA-9539AF22C181}" dt="2025-09-15T08:13:35.302" v="9"/>
          <pc:sldLayoutMkLst>
            <pc:docMk/>
            <pc:sldMasterMk cId="2222626169" sldId="2147483672"/>
            <pc:sldLayoutMk cId="1580245170" sldId="2147483679"/>
          </pc:sldLayoutMkLst>
        </pc:sldLayoutChg>
        <pc:sldLayoutChg chg="add mod replId">
          <pc:chgData name="Adam Watkin" userId="S::adam.watkin@utcleeds.co.uk::367a0140-5d2d-41f2-baad-61c34010bc9d" providerId="AD" clId="Web-{A00C27CB-61C0-12A4-15DA-9539AF22C181}" dt="2025-09-15T08:13:35.302" v="9"/>
          <pc:sldLayoutMkLst>
            <pc:docMk/>
            <pc:sldMasterMk cId="2222626169" sldId="2147483672"/>
            <pc:sldLayoutMk cId="3848171892" sldId="2147483680"/>
          </pc:sldLayoutMkLst>
        </pc:sldLayoutChg>
        <pc:sldLayoutChg chg="add mod replId">
          <pc:chgData name="Adam Watkin" userId="S::adam.watkin@utcleeds.co.uk::367a0140-5d2d-41f2-baad-61c34010bc9d" providerId="AD" clId="Web-{A00C27CB-61C0-12A4-15DA-9539AF22C181}" dt="2025-09-15T08:13:35.302" v="9"/>
          <pc:sldLayoutMkLst>
            <pc:docMk/>
            <pc:sldMasterMk cId="2222626169" sldId="2147483672"/>
            <pc:sldLayoutMk cId="766226864" sldId="2147483681"/>
          </pc:sldLayoutMkLst>
        </pc:sldLayoutChg>
        <pc:sldLayoutChg chg="add mod replId">
          <pc:chgData name="Adam Watkin" userId="S::adam.watkin@utcleeds.co.uk::367a0140-5d2d-41f2-baad-61c34010bc9d" providerId="AD" clId="Web-{A00C27CB-61C0-12A4-15DA-9539AF22C181}" dt="2025-09-15T08:13:35.302" v="9"/>
          <pc:sldLayoutMkLst>
            <pc:docMk/>
            <pc:sldMasterMk cId="2222626169" sldId="2147483672"/>
            <pc:sldLayoutMk cId="2391491333" sldId="2147483682"/>
          </pc:sldLayoutMkLst>
        </pc:sldLayoutChg>
        <pc:sldLayoutChg chg="add mod replId">
          <pc:chgData name="Adam Watkin" userId="S::adam.watkin@utcleeds.co.uk::367a0140-5d2d-41f2-baad-61c34010bc9d" providerId="AD" clId="Web-{A00C27CB-61C0-12A4-15DA-9539AF22C181}" dt="2025-09-15T08:13:35.302" v="9"/>
          <pc:sldLayoutMkLst>
            <pc:docMk/>
            <pc:sldMasterMk cId="2222626169" sldId="2147483672"/>
            <pc:sldLayoutMk cId="2954290736" sldId="2147483683"/>
          </pc:sldLayoutMkLst>
        </pc:sldLayoutChg>
      </pc:sldMasterChg>
    </pc:docChg>
  </pc:docChgLst>
  <pc:docChgLst>
    <pc:chgData name="Adam Watkin" userId="S::adam.watkin@utcleeds.co.uk::367a0140-5d2d-41f2-baad-61c34010bc9d" providerId="AD" clId="Web-{A56EBD12-F96E-9C56-569F-24ED0B7F8FEE}"/>
    <pc:docChg chg="addSld modSld">
      <pc:chgData name="Adam Watkin" userId="S::adam.watkin@utcleeds.co.uk::367a0140-5d2d-41f2-baad-61c34010bc9d" providerId="AD" clId="Web-{A56EBD12-F96E-9C56-569F-24ED0B7F8FEE}" dt="2025-09-15T12:40:54.037" v="74"/>
      <pc:docMkLst>
        <pc:docMk/>
      </pc:docMkLst>
      <pc:sldChg chg="modSp">
        <pc:chgData name="Adam Watkin" userId="S::adam.watkin@utcleeds.co.uk::367a0140-5d2d-41f2-baad-61c34010bc9d" providerId="AD" clId="Web-{A56EBD12-F96E-9C56-569F-24ED0B7F8FEE}" dt="2025-09-15T12:36:36.717" v="3" actId="20577"/>
        <pc:sldMkLst>
          <pc:docMk/>
          <pc:sldMk cId="2877653671" sldId="260"/>
        </pc:sldMkLst>
        <pc:spChg chg="mod">
          <ac:chgData name="Adam Watkin" userId="S::adam.watkin@utcleeds.co.uk::367a0140-5d2d-41f2-baad-61c34010bc9d" providerId="AD" clId="Web-{A56EBD12-F96E-9C56-569F-24ED0B7F8FEE}" dt="2025-09-15T12:36:36.717" v="3" actId="20577"/>
          <ac:spMkLst>
            <pc:docMk/>
            <pc:sldMk cId="2877653671" sldId="260"/>
            <ac:spMk id="3" creationId="{DC1131D2-BC84-99D0-8F56-02605F57CC1F}"/>
          </ac:spMkLst>
        </pc:spChg>
      </pc:sldChg>
      <pc:sldChg chg="modSp new">
        <pc:chgData name="Adam Watkin" userId="S::adam.watkin@utcleeds.co.uk::367a0140-5d2d-41f2-baad-61c34010bc9d" providerId="AD" clId="Web-{A56EBD12-F96E-9C56-569F-24ED0B7F8FEE}" dt="2025-09-15T12:40:53.803" v="73" actId="20577"/>
        <pc:sldMkLst>
          <pc:docMk/>
          <pc:sldMk cId="477605021" sldId="263"/>
        </pc:sldMkLst>
        <pc:spChg chg="mod">
          <ac:chgData name="Adam Watkin" userId="S::adam.watkin@utcleeds.co.uk::367a0140-5d2d-41f2-baad-61c34010bc9d" providerId="AD" clId="Web-{A56EBD12-F96E-9C56-569F-24ED0B7F8FEE}" dt="2025-09-15T12:36:40.452" v="6" actId="20577"/>
          <ac:spMkLst>
            <pc:docMk/>
            <pc:sldMk cId="477605021" sldId="263"/>
            <ac:spMk id="2" creationId="{615BD09C-18EC-F171-CF79-0E23BF4548E3}"/>
          </ac:spMkLst>
        </pc:spChg>
        <pc:spChg chg="mod">
          <ac:chgData name="Adam Watkin" userId="S::adam.watkin@utcleeds.co.uk::367a0140-5d2d-41f2-baad-61c34010bc9d" providerId="AD" clId="Web-{A56EBD12-F96E-9C56-569F-24ED0B7F8FEE}" dt="2025-09-15T12:40:53.803" v="73" actId="20577"/>
          <ac:spMkLst>
            <pc:docMk/>
            <pc:sldMk cId="477605021" sldId="263"/>
            <ac:spMk id="3" creationId="{8BA25244-5EB7-370A-C443-C2B234F11DE2}"/>
          </ac:spMkLst>
        </pc:spChg>
      </pc:sldChg>
      <pc:sldChg chg="new">
        <pc:chgData name="Adam Watkin" userId="S::adam.watkin@utcleeds.co.uk::367a0140-5d2d-41f2-baad-61c34010bc9d" providerId="AD" clId="Web-{A56EBD12-F96E-9C56-569F-24ED0B7F8FEE}" dt="2025-09-15T12:40:54.037" v="74"/>
        <pc:sldMkLst>
          <pc:docMk/>
          <pc:sldMk cId="2157910779" sldId="264"/>
        </pc:sldMkLst>
      </pc:sldChg>
    </pc:docChg>
  </pc:docChgLst>
  <pc:docChgLst>
    <pc:chgData name="Adam Watkin" userId="S::adam.watkin@utcleeds.co.uk::367a0140-5d2d-41f2-baad-61c34010bc9d" providerId="AD" clId="Web-{3B511946-7DC9-8B1B-E464-5DAABACB8C51}"/>
    <pc:docChg chg="modSld">
      <pc:chgData name="Adam Watkin" userId="S::adam.watkin@utcleeds.co.uk::367a0140-5d2d-41f2-baad-61c34010bc9d" providerId="AD" clId="Web-{3B511946-7DC9-8B1B-E464-5DAABACB8C51}" dt="2025-09-15T17:46:06.725" v="5" actId="20577"/>
      <pc:docMkLst>
        <pc:docMk/>
      </pc:docMkLst>
      <pc:sldChg chg="modSp">
        <pc:chgData name="Adam Watkin" userId="S::adam.watkin@utcleeds.co.uk::367a0140-5d2d-41f2-baad-61c34010bc9d" providerId="AD" clId="Web-{3B511946-7DC9-8B1B-E464-5DAABACB8C51}" dt="2025-09-15T17:46:06.725" v="5" actId="20577"/>
        <pc:sldMkLst>
          <pc:docMk/>
          <pc:sldMk cId="2157910779" sldId="264"/>
        </pc:sldMkLst>
        <pc:spChg chg="mod">
          <ac:chgData name="Adam Watkin" userId="S::adam.watkin@utcleeds.co.uk::367a0140-5d2d-41f2-baad-61c34010bc9d" providerId="AD" clId="Web-{3B511946-7DC9-8B1B-E464-5DAABACB8C51}" dt="2025-09-15T17:46:06.725" v="5" actId="20577"/>
          <ac:spMkLst>
            <pc:docMk/>
            <pc:sldMk cId="2157910779" sldId="264"/>
            <ac:spMk id="2" creationId="{EA1CDAA0-2FBF-CCB3-813E-5A7DD642F13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064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830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40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797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696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041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245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171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226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491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290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6261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$_SESSION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1117A-628A-1FB4-BA30-2A4EAF00B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a new directory called "session"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F5D3B-6D60-8FFB-E1C1-F1868B844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Copy the template website content to your session content. </a:t>
            </a:r>
          </a:p>
          <a:p>
            <a:endParaRPr lang="en-US" dirty="0"/>
          </a:p>
          <a:p>
            <a:r>
              <a:rPr lang="en-US" dirty="0"/>
              <a:t>Add the H2 title "Session work" to the index</a:t>
            </a:r>
          </a:p>
          <a:p>
            <a:endParaRPr lang="en-US" dirty="0"/>
          </a:p>
          <a:p>
            <a:r>
              <a:rPr lang="en-US" dirty="0"/>
              <a:t>Apply some basic styling to the site.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417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EDB65-1ED9-A230-C5E7-6EEC49F62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 global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C0707-507C-7CA9-1B78-5E2572286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$_ = super global built into PHP</a:t>
            </a:r>
          </a:p>
          <a:p>
            <a:endParaRPr lang="en-US" dirty="0"/>
          </a:p>
          <a:p>
            <a:r>
              <a:rPr lang="en-US" dirty="0"/>
              <a:t>Accessible anywhere in your script (mostly)</a:t>
            </a:r>
          </a:p>
          <a:p>
            <a:endParaRPr lang="en-US" dirty="0"/>
          </a:p>
          <a:p>
            <a:r>
              <a:rPr lang="en-US" dirty="0"/>
              <a:t>Reserved names – no touching!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199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9AA9E-AE79-BA3E-5552-9786BB0E9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$_SESSION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18099-9E78-3203-868F-AD003CE58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Server side – more secure</a:t>
            </a:r>
          </a:p>
          <a:p>
            <a:endParaRPr lang="en-US" dirty="0"/>
          </a:p>
          <a:p>
            <a:r>
              <a:rPr lang="en-US" dirty="0"/>
              <a:t>Effectively a bucket for what we want to store</a:t>
            </a:r>
          </a:p>
          <a:p>
            <a:endParaRPr lang="en-US" dirty="0"/>
          </a:p>
          <a:p>
            <a:r>
              <a:rPr lang="en-US" dirty="0"/>
              <a:t>Declare sub variables in the bucket</a:t>
            </a:r>
          </a:p>
          <a:p>
            <a:endParaRPr lang="en-US" dirty="0"/>
          </a:p>
          <a:p>
            <a:r>
              <a:rPr lang="en-US" dirty="0"/>
              <a:t>Access them anywhere – Mr. Hacker man no touchy!</a:t>
            </a:r>
          </a:p>
        </p:txBody>
      </p:sp>
    </p:spTree>
    <p:extLst>
      <p:ext uri="{BB962C8B-B14F-4D97-AF65-F5344CB8AC3E}">
        <p14:creationId xmlns:p14="http://schemas.microsoft.com/office/powerpoint/2010/main" val="953742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37531-48B7-DD33-8E7C-58CD1853F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each page... not file!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6EBE2-02F8-840F-C84B-FE79E9C71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session_start</a:t>
            </a:r>
            <a:r>
              <a:rPr lang="en-US" dirty="0">
                <a:ea typeface="+mn-lt"/>
                <a:cs typeface="+mn-lt"/>
              </a:rPr>
              <a:t>();  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is ESSENTIAL, cannot be omitted or your code WILL NOT WORK if trying to access it. </a:t>
            </a:r>
          </a:p>
          <a:p>
            <a:endParaRPr lang="en-US" dirty="0"/>
          </a:p>
          <a:p>
            <a:r>
              <a:rPr lang="en-US" dirty="0"/>
              <a:t>Opens our connection to the session </a:t>
            </a:r>
          </a:p>
        </p:txBody>
      </p:sp>
    </p:spTree>
    <p:extLst>
      <p:ext uri="{BB962C8B-B14F-4D97-AF65-F5344CB8AC3E}">
        <p14:creationId xmlns:p14="http://schemas.microsoft.com/office/powerpoint/2010/main" val="122895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2E4BC-A7FE-8206-ABBF-A7E614783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your "template"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4F5F4-E6E9-9FB8-36D1-CA797E21F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 the </a:t>
            </a:r>
            <a:r>
              <a:rPr lang="en-US" dirty="0" err="1"/>
              <a:t>index.php</a:t>
            </a:r>
            <a:endParaRPr lang="en-US" dirty="0"/>
          </a:p>
          <a:p>
            <a:endParaRPr lang="en-US" dirty="0"/>
          </a:p>
          <a:p>
            <a:r>
              <a:rPr lang="en-US" dirty="0"/>
              <a:t>After "&lt;?</a:t>
            </a:r>
            <a:r>
              <a:rPr lang="en-US" dirty="0" err="1"/>
              <a:t>php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next line should be: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session_start</a:t>
            </a:r>
            <a:r>
              <a:rPr lang="en-US" dirty="0"/>
              <a:t>() 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r>
              <a:rPr lang="en-US" dirty="0"/>
              <a:t>Anywhere we need to access session, we need this line ALWAYS</a:t>
            </a:r>
          </a:p>
        </p:txBody>
      </p:sp>
    </p:spTree>
    <p:extLst>
      <p:ext uri="{BB962C8B-B14F-4D97-AF65-F5344CB8AC3E}">
        <p14:creationId xmlns:p14="http://schemas.microsoft.com/office/powerpoint/2010/main" val="293287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BD09C-18EC-F171-CF79-0E23BF454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Index.php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25244-5EB7-370A-C443-C2B234F11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Add a form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Method = 'post' action = ''</a:t>
            </a:r>
          </a:p>
          <a:p>
            <a:endParaRPr lang="en-US" dirty="0"/>
          </a:p>
          <a:p>
            <a:r>
              <a:rPr lang="en-US" dirty="0"/>
              <a:t>Input text name='message'</a:t>
            </a:r>
          </a:p>
          <a:p>
            <a:endParaRPr lang="en-US" dirty="0"/>
          </a:p>
          <a:p>
            <a:r>
              <a:rPr lang="en-US" dirty="0"/>
              <a:t>Submit button</a:t>
            </a:r>
          </a:p>
          <a:p>
            <a:endParaRPr lang="en-US" dirty="0"/>
          </a:p>
          <a:p>
            <a:r>
              <a:rPr lang="en-US" dirty="0"/>
              <a:t>Copy it from your other page. </a:t>
            </a:r>
          </a:p>
        </p:txBody>
      </p:sp>
    </p:spTree>
    <p:extLst>
      <p:ext uri="{BB962C8B-B14F-4D97-AF65-F5344CB8AC3E}">
        <p14:creationId xmlns:p14="http://schemas.microsoft.com/office/powerpoint/2010/main" val="477605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CDAA0-2FBF-CCB3-813E-5A7DD642F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of </a:t>
            </a:r>
            <a:r>
              <a:rPr lang="en-US" dirty="0" err="1"/>
              <a:t>index.php</a:t>
            </a:r>
          </a:p>
        </p:txBody>
      </p:sp>
      <p:pic>
        <p:nvPicPr>
          <p:cNvPr id="4" name="Content Placeholder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B16CDF4-AD1E-242B-5951-6279E62FBE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0225" y="2220119"/>
            <a:ext cx="8591550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910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8114C-C279-9B3E-E0ED-5E4BAAE5F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and assign a session value</a:t>
            </a:r>
          </a:p>
        </p:txBody>
      </p:sp>
      <p:pic>
        <p:nvPicPr>
          <p:cNvPr id="4" name="Content Placeholder 3" descr="A black screen with colorful text&#10;&#10;AI-generated content may be incorrect.">
            <a:extLst>
              <a:ext uri="{FF2B5EF4-FFF2-40B4-BE49-F238E27FC236}">
                <a16:creationId xmlns:a16="http://schemas.microsoft.com/office/drawing/2014/main" id="{7E2F40E0-85D6-C904-65F0-4F9D8DF346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4087" y="2310723"/>
            <a:ext cx="7743825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80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FEDDC-BAB4-1AA5-1EA2-633BD8ECE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assets / </a:t>
            </a:r>
            <a:r>
              <a:rPr lang="en-US" dirty="0" err="1"/>
              <a:t>common.php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131D2-BC84-99D0-8F56-02605F57C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20B31A8C-68C3-1A0B-2B30-45DD560A0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416" y="1347439"/>
            <a:ext cx="7210582" cy="551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653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8DE65-088A-6335-5193-D479DA2E7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</a:t>
            </a:r>
            <a:r>
              <a:rPr lang="en-US" dirty="0" err="1"/>
              <a:t>index.php</a:t>
            </a:r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71F7C41-8C2B-5AD9-0F5F-30A5F2F32A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255" y="1556137"/>
            <a:ext cx="10517489" cy="502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103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rriculumSubject xmlns="a04d4b19-f621-4c3c-bc2e-e56ad8b8266c">T-level Digital</CurriculumSubject>
    <a90ffa40902743bb99d67678a74fff05 xmlns="a04d4b19-f621-4c3c-bc2e-e56ad8b8266c">
      <Terms xmlns="http://schemas.microsoft.com/office/infopath/2007/PartnerControls"/>
    </a90ffa40902743bb99d67678a74fff05>
    <nb57963f19db43999fe03d95719ba5d2 xmlns="a04d4b19-f621-4c3c-bc2e-e56ad8b8266c">
      <Terms xmlns="http://schemas.microsoft.com/office/infopath/2007/PartnerControls"/>
    </nb57963f19db43999fe03d95719ba5d2>
    <Year xmlns="a04d4b19-f621-4c3c-bc2e-e56ad8b8266c" xsi:nil="true"/>
    <KeyStage xmlns="a04d4b19-f621-4c3c-bc2e-e56ad8b8266c" xsi:nil="true"/>
    <PersonalIdentificationData xmlns="a04d4b19-f621-4c3c-bc2e-e56ad8b8266c" xsi:nil="true"/>
    <TaxCatchAll xmlns="a04d4b19-f621-4c3c-bc2e-e56ad8b8266c" xsi:nil="true"/>
    <Lesson xmlns="a04d4b19-f621-4c3c-bc2e-e56ad8b8266c" xsi:nil="true"/>
    <CustomTags xmlns="a04d4b19-f621-4c3c-bc2e-e56ad8b8266c" xsi:nil="true"/>
    <mcb57dbb60604ce6a1cb56bc7737ae97 xmlns="a04d4b19-f621-4c3c-bc2e-e56ad8b8266c">
      <Terms xmlns="http://schemas.microsoft.com/office/infopath/2007/PartnerControls"/>
    </mcb57dbb60604ce6a1cb56bc7737ae97>
    <b3f45adbdd2a47258628f32c9c148486 xmlns="a04d4b19-f621-4c3c-bc2e-e56ad8b8266c">
      <Terms xmlns="http://schemas.microsoft.com/office/infopath/2007/PartnerControls"/>
    </b3f45adbdd2a47258628f32c9c148486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8AA2687650C7489F2FEF75993EAC27" ma:contentTypeVersion="18" ma:contentTypeDescription="Create a new document." ma:contentTypeScope="" ma:versionID="28c19bffd857169306197bbd60cccfdd">
  <xsd:schema xmlns:xsd="http://www.w3.org/2001/XMLSchema" xmlns:xs="http://www.w3.org/2001/XMLSchema" xmlns:p="http://schemas.microsoft.com/office/2006/metadata/properties" xmlns:ns2="a04d4b19-f621-4c3c-bc2e-e56ad8b8266c" xmlns:ns3="b9973ed0-ba7e-4bfb-a5d9-99b9d1a24c62" targetNamespace="http://schemas.microsoft.com/office/2006/metadata/properties" ma:root="true" ma:fieldsID="5a509b7c8a0014d4576d71ac2ee9d16d" ns2:_="" ns3:_="">
    <xsd:import namespace="a04d4b19-f621-4c3c-bc2e-e56ad8b8266c"/>
    <xsd:import namespace="b9973ed0-ba7e-4bfb-a5d9-99b9d1a24c62"/>
    <xsd:element name="properties">
      <xsd:complexType>
        <xsd:sequence>
          <xsd:element name="documentManagement">
            <xsd:complexType>
              <xsd:all>
                <xsd:element ref="ns2:mcb57dbb60604ce6a1cb56bc7737ae97" minOccurs="0"/>
                <xsd:element ref="ns2:TaxCatchAll" minOccurs="0"/>
                <xsd:element ref="ns2:a90ffa40902743bb99d67678a74fff05" minOccurs="0"/>
                <xsd:element ref="ns2:b3f45adbdd2a47258628f32c9c148486" minOccurs="0"/>
                <xsd:element ref="ns2:nb57963f19db43999fe03d95719ba5d2" minOccurs="0"/>
                <xsd:element ref="ns2:PersonalIdentificationData" minOccurs="0"/>
                <xsd:element ref="ns2:KeyStage" minOccurs="0"/>
                <xsd:element ref="ns2:Year" minOccurs="0"/>
                <xsd:element ref="ns2:Lesson" minOccurs="0"/>
                <xsd:element ref="ns2:CustomTags" minOccurs="0"/>
                <xsd:element ref="ns2:CurriculumSubject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4d4b19-f621-4c3c-bc2e-e56ad8b8266c" elementFormDefault="qualified">
    <xsd:import namespace="http://schemas.microsoft.com/office/2006/documentManagement/types"/>
    <xsd:import namespace="http://schemas.microsoft.com/office/infopath/2007/PartnerControls"/>
    <xsd:element name="mcb57dbb60604ce6a1cb56bc7737ae97" ma:index="9" nillable="true" ma:taxonomy="true" ma:internalName="mcb57dbb60604ce6a1cb56bc7737ae97" ma:taxonomyFieldName="Topic" ma:displayName="Topic" ma:fieldId="{6cb57dbb-6060-4ce6-a1cb-56bc7737ae97}" ma:sspId="d1e1aebe-9980-4bd8-bca9-3cd8b19c1a26" ma:termSetId="71e609f5-4776-43e8-8bfd-5da4a1b1d2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17978799-9331-4147-b6f4-65d46b2e75e0}" ma:internalName="TaxCatchAll" ma:showField="CatchAllData" ma:web="a04d4b19-f621-4c3c-bc2e-e56ad8b826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a90ffa40902743bb99d67678a74fff05" ma:index="12" nillable="true" ma:taxonomy="true" ma:internalName="a90ffa40902743bb99d67678a74fff05" ma:taxonomyFieldName="Exam_x0020_Board" ma:displayName="Exam Board" ma:fieldId="{a90ffa40-9027-43bb-99d6-7678a74fff05}" ma:sspId="d1e1aebe-9980-4bd8-bca9-3cd8b19c1a26" ma:termSetId="e02c9b1f-1fde-4376-8025-8fa9567ac8b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3f45adbdd2a47258628f32c9c148486" ma:index="14" nillable="true" ma:taxonomy="true" ma:internalName="b3f45adbdd2a47258628f32c9c148486" ma:taxonomyFieldName="Week" ma:displayName="Week" ma:fieldId="{b3f45adb-dd2a-4725-8628-f32c9c148486}" ma:sspId="d1e1aebe-9980-4bd8-bca9-3cd8b19c1a26" ma:termSetId="831d8c1a-a70e-4f31-aebe-526f4506a9a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b57963f19db43999fe03d95719ba5d2" ma:index="16" nillable="true" ma:taxonomy="true" ma:internalName="nb57963f19db43999fe03d95719ba5d2" ma:taxonomyFieldName="Term" ma:displayName="Term" ma:fieldId="{7b57963f-19db-4399-9fe0-3d95719ba5d2}" ma:sspId="d1e1aebe-9980-4bd8-bca9-3cd8b19c1a26" ma:termSetId="9a8ac47f-3a28-4f5d-ac1e-a09b65b5560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ersonalIdentificationData" ma:index="17" nillable="true" ma:displayName="Personal Identification Data" ma:internalName="Personal_x0020_Identification_x0020_Data">
      <xsd:simpleType>
        <xsd:restriction base="dms:Choice">
          <xsd:enumeration value="No"/>
          <xsd:enumeration value="Yes"/>
        </xsd:restriction>
      </xsd:simpleType>
    </xsd:element>
    <xsd:element name="KeyStage" ma:index="18" nillable="true" ma:displayName="Key Stage" ma:internalName="Key_x0020_Stage">
      <xsd:simpleType>
        <xsd:restriction base="dms:Text"/>
      </xsd:simpleType>
    </xsd:element>
    <xsd:element name="Year" ma:index="19" nillable="true" ma:displayName="Year" ma:internalName="Year">
      <xsd:simpleType>
        <xsd:restriction base="dms:Text"/>
      </xsd:simpleType>
    </xsd:element>
    <xsd:element name="Lesson" ma:index="20" nillable="true" ma:displayName="Lesson" ma:internalName="Lesson">
      <xsd:simpleType>
        <xsd:restriction base="dms:Text"/>
      </xsd:simpleType>
    </xsd:element>
    <xsd:element name="CustomTags" ma:index="21" nillable="true" ma:displayName="Custom Tags" ma:internalName="Custom_x0020_Tags">
      <xsd:simpleType>
        <xsd:restriction base="dms:Text"/>
      </xsd:simpleType>
    </xsd:element>
    <xsd:element name="CurriculumSubject" ma:index="22" nillable="true" ma:displayName="Curriculum Subject" ma:default="T-level Digital" ma:internalName="Curriculum_x0020_Subject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973ed0-ba7e-4bfb-a5d9-99b9d1a24c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802CE60-8E13-4C87-A569-828718081BE4}">
  <ds:schemaRefs>
    <ds:schemaRef ds:uri="http://schemas.microsoft.com/office/2006/metadata/properties"/>
    <ds:schemaRef ds:uri="http://schemas.microsoft.com/office/infopath/2007/PartnerControls"/>
    <ds:schemaRef ds:uri="a04d4b19-f621-4c3c-bc2e-e56ad8b8266c"/>
    <ds:schemaRef ds:uri="cd186e81-9251-4aad-9103-4c6d14f9fcfa"/>
  </ds:schemaRefs>
</ds:datastoreItem>
</file>

<file path=customXml/itemProps2.xml><?xml version="1.0" encoding="utf-8"?>
<ds:datastoreItem xmlns:ds="http://schemas.openxmlformats.org/officeDocument/2006/customXml" ds:itemID="{7407DF8A-7BA6-4E0F-8D26-7B806BACC4BE}"/>
</file>

<file path=customXml/itemProps3.xml><?xml version="1.0" encoding="utf-8"?>
<ds:datastoreItem xmlns:ds="http://schemas.openxmlformats.org/officeDocument/2006/customXml" ds:itemID="{ED2C2C33-BAEA-4833-856F-3AD13330F41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$_SESSION</vt:lpstr>
      <vt:lpstr>Make a new directory called "session"</vt:lpstr>
      <vt:lpstr>Super global variable</vt:lpstr>
      <vt:lpstr>$_SESSION</vt:lpstr>
      <vt:lpstr>On each page... not file!</vt:lpstr>
      <vt:lpstr>Edit your "template"</vt:lpstr>
      <vt:lpstr>Index.php</vt:lpstr>
      <vt:lpstr>Top of index.php</vt:lpstr>
      <vt:lpstr>Create and assign a session value</vt:lpstr>
      <vt:lpstr>assets / common.php</vt:lpstr>
      <vt:lpstr>Back to index.php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106</cp:revision>
  <dcterms:created xsi:type="dcterms:W3CDTF">2025-09-15T08:13:19Z</dcterms:created>
  <dcterms:modified xsi:type="dcterms:W3CDTF">2025-09-16T08:35:57Z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0x010100228AA2687650C7489F2FEF75993EAC27</vt:lpwstr>
  </property>
  <property fmtid="{D5CDD505-2E9C-101B-9397-08002B2CF9AE}" pid="3" name="Staff_x0020_Category">
    <vt:lpwstr/>
  </property>
  <property fmtid="{D5CDD505-2E9C-101B-9397-08002B2CF9AE}" pid="4" name="Staff Category">
    <vt:lpwstr/>
  </property>
  <property fmtid="{D5CDD505-2E9C-101B-9397-08002B2CF9AE}" pid="5" name="Exam_x0020_Board">
    <vt:lpwstr/>
  </property>
  <property fmtid="{D5CDD505-2E9C-101B-9397-08002B2CF9AE}" pid="6" name="Topic">
    <vt:lpwstr/>
  </property>
  <property fmtid="{D5CDD505-2E9C-101B-9397-08002B2CF9AE}" pid="7" name="MediaServiceImageTags">
    <vt:lpwstr/>
  </property>
  <property fmtid="{D5CDD505-2E9C-101B-9397-08002B2CF9AE}" pid="8" name="Term">
    <vt:lpwstr/>
  </property>
  <property fmtid="{D5CDD505-2E9C-101B-9397-08002B2CF9AE}" pid="9" name="Week">
    <vt:lpwstr/>
  </property>
  <property fmtid="{D5CDD505-2E9C-101B-9397-08002B2CF9AE}" pid="10" name="Exam Board">
    <vt:lpwstr/>
  </property>
</Properties>
</file>